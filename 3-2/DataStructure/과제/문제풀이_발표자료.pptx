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8" r:id="rId9"/>
    <p:sldId id="264" r:id="rId10"/>
    <p:sldId id="263" r:id="rId11"/>
    <p:sldId id="265" r:id="rId12"/>
    <p:sldId id="266" r:id="rId13"/>
    <p:sldId id="267" r:id="rId14"/>
    <p:sldId id="269" r:id="rId1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683"/>
    <p:restoredTop sz="94756"/>
  </p:normalViewPr>
  <p:slideViewPr>
    <p:cSldViewPr snapToGrid="0">
      <p:cViewPr varScale="1">
        <p:scale>
          <a:sx n="139" d="100"/>
          <a:sy n="139" d="100"/>
        </p:scale>
        <p:origin x="62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05A865-246F-733D-1EF7-577738E53F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DA35ED8-3A55-E6B1-58AD-7C9AA6A651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5D8EAA2-7431-132F-99B5-0F91D340E4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6BA39-DC33-F148-B792-DF5E3D045324}" type="datetimeFigureOut">
              <a:rPr kumimoji="1" lang="ko-KR" altLang="en-US" smtClean="0"/>
              <a:t>2025. 10. 24.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73EEF2A-1C6A-9C01-9A1C-0DBA86C355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8B6FF16-80AE-4685-79B0-BE039B0ACF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6474C-2FD2-6848-8AB4-DCD6894EA403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520888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9A3962-1D8A-1C83-153C-34DB4DDEE0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E41DD6A-24D1-CA17-CDDD-1BB1EEC3A0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273B1D2-E9C6-46D7-B7D1-85139DC39B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6BA39-DC33-F148-B792-DF5E3D045324}" type="datetimeFigureOut">
              <a:rPr kumimoji="1" lang="ko-KR" altLang="en-US" smtClean="0"/>
              <a:t>2025. 10. 24.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6FD87D7-2B61-D815-D8D9-00C28CD553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9534B46-23EF-256A-1D5E-F1CC653E0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6474C-2FD2-6848-8AB4-DCD6894EA403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1279658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8C31D1-FEDB-CF2A-4D52-7C4202B54B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86C176E-E65E-6E7A-D192-51A6E509EE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8CC165C-54B4-4DFF-ECAA-75FB31D11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6BA39-DC33-F148-B792-DF5E3D045324}" type="datetimeFigureOut">
              <a:rPr kumimoji="1" lang="ko-KR" altLang="en-US" smtClean="0"/>
              <a:t>2025. 10. 24.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109AF05-7E28-5E46-ED84-C6A9F8CEE8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F148FDA-46EC-D6A4-C876-C916F822E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6474C-2FD2-6848-8AB4-DCD6894EA403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7500816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4756BB-9B0D-FE29-46B4-0F9EB5A1A0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19DC781-558C-4D0D-8E4A-4D778B9067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9F7E7F7-6436-BD06-B48E-3B9298BDAF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F76BB64-DB74-BB9F-707A-3876196A8C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6BA39-DC33-F148-B792-DF5E3D045324}" type="datetimeFigureOut">
              <a:rPr kumimoji="1" lang="ko-KR" altLang="en-US" smtClean="0"/>
              <a:t>2025. 10. 24.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4F39911-0ECF-B4A6-B6EF-19BCF392B3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C9B05E0-C180-0198-968B-F069FFC30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6474C-2FD2-6848-8AB4-DCD6894EA403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7223940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5016C47-6A63-A124-10F6-A4078C32BD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1BAFBFF-1528-D7E1-1D17-8A5FEC1519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41FCC71-8B5C-5157-5443-C66123D31F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4D48EEE-135F-6AFE-C7D3-DD1F9E231D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E7B416C-7068-4706-0913-6FFAB94B0A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26BAEE7-4B6F-4890-7088-6C2C50DC8B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6BA39-DC33-F148-B792-DF5E3D045324}" type="datetimeFigureOut">
              <a:rPr kumimoji="1" lang="ko-KR" altLang="en-US" smtClean="0"/>
              <a:t>2025. 10. 24.</a:t>
            </a:fld>
            <a:endParaRPr kumimoji="1"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FD7252A-DB32-F28D-4282-68DF20637D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C8021AE-EE95-FDF8-D441-3BAB25D76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6474C-2FD2-6848-8AB4-DCD6894EA403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2911192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5093DC7-9212-5F4A-C64B-76643FE063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D035C06-F5C9-5D2D-FB4D-92F7E93583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6BA39-DC33-F148-B792-DF5E3D045324}" type="datetimeFigureOut">
              <a:rPr kumimoji="1" lang="ko-KR" altLang="en-US" smtClean="0"/>
              <a:t>2025. 10. 24.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C231B3B-20AF-A504-CC03-3C4FE41E0A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9B210B6-6ABE-929A-5E44-49EA9A9AF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6474C-2FD2-6848-8AB4-DCD6894EA403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882854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5757B6F-9BCE-2461-91EB-0BCB60C48F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6BA39-DC33-F148-B792-DF5E3D045324}" type="datetimeFigureOut">
              <a:rPr kumimoji="1" lang="ko-KR" altLang="en-US" smtClean="0"/>
              <a:t>2025. 10. 24.</a:t>
            </a:fld>
            <a:endParaRPr kumimoji="1"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24F0454-4682-FAE5-15CE-F17DF72B2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2159142-8FAC-4FAD-8CFD-C373A40B0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6474C-2FD2-6848-8AB4-DCD6894EA403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3984033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181D5D-321E-03AD-15B7-B9AED73BCC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F059F05-59D8-E1AF-7650-50A0003687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996501A-4649-46EE-BFD9-85E71EEC8A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14B8879-D91F-0660-6AA4-C47A6861C9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6BA39-DC33-F148-B792-DF5E3D045324}" type="datetimeFigureOut">
              <a:rPr kumimoji="1" lang="ko-KR" altLang="en-US" smtClean="0"/>
              <a:t>2025. 10. 24.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4C58D96-9343-0123-0213-52F28FAD20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4A82025-61A9-CB0D-2CAB-B6AC50C78C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6474C-2FD2-6848-8AB4-DCD6894EA403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8878842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352031-75D0-93A0-4D10-2990510DDA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DA81E7F-8BFA-4F6D-ECD6-BAF0D7A206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1E2DBCA-A7A5-037C-5AD2-7A139D3D13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7D86031-48FE-8018-B805-4C886C7AC3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6BA39-DC33-F148-B792-DF5E3D045324}" type="datetimeFigureOut">
              <a:rPr kumimoji="1" lang="ko-KR" altLang="en-US" smtClean="0"/>
              <a:t>2025. 10. 24.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6246CA3-9DE2-F434-F965-9B36E187A1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EDB8B15-0D91-E699-18E1-9F738DF5E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6474C-2FD2-6848-8AB4-DCD6894EA403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2817750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F5F72C-CB73-F5C8-88C0-2784A6FDE3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CD10DC7-2B64-E7BA-DCA5-ED54E76872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0221241-2126-BF2C-92C1-D8801E999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6BA39-DC33-F148-B792-DF5E3D045324}" type="datetimeFigureOut">
              <a:rPr kumimoji="1" lang="ko-KR" altLang="en-US" smtClean="0"/>
              <a:t>2025. 10. 24.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1245D94-427E-7CD8-6FDE-A1CA56E66A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F37ECC4-D537-64D7-2797-38A81A152A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6474C-2FD2-6848-8AB4-DCD6894EA403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3944387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3152A94-163F-CAB0-F230-234838C24B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B8CBC1A-785D-EECF-C4EE-C5D2D3D845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58755F0-EB92-DAEF-206E-9E0DC843C3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6BA39-DC33-F148-B792-DF5E3D045324}" type="datetimeFigureOut">
              <a:rPr kumimoji="1" lang="ko-KR" altLang="en-US" smtClean="0"/>
              <a:t>2025. 10. 24.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CDB062D-FD92-3245-3C1C-ED165AD898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ECDFAD9-D11E-1166-1358-D92C492EB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6474C-2FD2-6848-8AB4-DCD6894EA403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9866036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C8933F3A-D9D2-4B23-6A33-C8599CC222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ACE0116-19D4-4424-DE52-A87FB72474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813BC4A-0AA4-6462-F7EF-26CD31CDF7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36BA39-DC33-F148-B792-DF5E3D045324}" type="datetimeFigureOut">
              <a:rPr kumimoji="1" lang="ko-KR" altLang="en-US" smtClean="0"/>
              <a:t>2025. 10. 24.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C245DD5-4AAC-E27F-E536-B5F901CF6E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8696437-7896-9ADA-1F75-203F10269A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B6474C-2FD2-6848-8AB4-DCD6894EA403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627325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0611F60-735F-FCA3-57D2-B3695BD485B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ko-KR" altLang="en-US" dirty="0"/>
              <a:t>문제풀이 발표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871D8D4-E2DC-DC71-7208-424927482E2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kumimoji="1" lang="ko-KR" altLang="en-US" dirty="0"/>
              <a:t>자료구조 </a:t>
            </a:r>
            <a:r>
              <a:rPr kumimoji="1" lang="en-US" altLang="ko-KR" dirty="0"/>
              <a:t>7</a:t>
            </a:r>
            <a:r>
              <a:rPr kumimoji="1" lang="ko-KR" altLang="en-US" dirty="0"/>
              <a:t>조</a:t>
            </a:r>
            <a:endParaRPr kumimoji="1" lang="en-US" altLang="ko-KR" dirty="0"/>
          </a:p>
          <a:p>
            <a:endParaRPr kumimoji="1" lang="en-US" altLang="ko-KR" dirty="0"/>
          </a:p>
          <a:p>
            <a:endParaRPr kumimoji="1" lang="en-US" altLang="ko-KR" dirty="0"/>
          </a:p>
          <a:p>
            <a:r>
              <a:rPr kumimoji="1" lang="en-US" altLang="ko-KR" dirty="0"/>
              <a:t>20237107_</a:t>
            </a:r>
            <a:r>
              <a:rPr kumimoji="1" lang="ko-KR" altLang="en-US" dirty="0"/>
              <a:t>하태영</a:t>
            </a:r>
            <a:endParaRPr kumimoji="1"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5300595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D94D2763-9EE1-3BC6-B9BA-375C54D640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449" y="408123"/>
            <a:ext cx="10155290" cy="76576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39CD63D-EAD1-6DAE-0891-141CC5085B27}"/>
              </a:ext>
            </a:extLst>
          </p:cNvPr>
          <p:cNvSpPr txBox="1"/>
          <p:nvPr/>
        </p:nvSpPr>
        <p:spPr>
          <a:xfrm>
            <a:off x="1035159" y="1433119"/>
            <a:ext cx="10121682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﻿희소행렬의 정의</a:t>
            </a:r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-</a:t>
            </a:r>
            <a:r>
              <a:rPr lang="ko-KR" alt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행렬의 전체 요소 중에서 대부분의 요소가 </a:t>
            </a: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</a:t>
            </a:r>
            <a:r>
              <a:rPr lang="ko-KR" alt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 행렬</a:t>
            </a:r>
          </a:p>
          <a:p>
            <a:r>
              <a:rPr lang="ko-KR" alt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희소행렬의 문제점</a:t>
            </a:r>
          </a:p>
          <a:p>
            <a:pPr marL="171450" indent="-171450">
              <a:buFontTx/>
              <a:buChar char="-"/>
            </a:pPr>
            <a:r>
              <a:rPr lang="ko-KR" alt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메모리 낭비</a:t>
            </a:r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628650" lvl="1" indent="-171450">
              <a:buFontTx/>
              <a:buChar char="-"/>
            </a:pP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</a:t>
            </a:r>
            <a:r>
              <a:rPr lang="ko-KR" alt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 요소가 대부분임에도 불구하고</a:t>
            </a: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0</a:t>
            </a:r>
            <a:r>
              <a:rPr lang="ko-KR" alt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 요소까지 모두 저장하기 위해 </a:t>
            </a:r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1"/>
            <a:r>
              <a:rPr lang="ko-KR" alt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행렬 크기</a:t>
            </a: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en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m x n)</a:t>
            </a:r>
            <a:r>
              <a:rPr lang="ko-KR" alt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만큼의 메모리 공간을 할당해야 하므로 메모리 낭비가 심합니다</a:t>
            </a: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  <a:p>
            <a:pPr marL="171450" indent="-171450">
              <a:buFontTx/>
              <a:buChar char="-"/>
            </a:pPr>
            <a:r>
              <a:rPr lang="ko-KR" alt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비효율적인 연산</a:t>
            </a:r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628650" lvl="1" indent="-171450">
              <a:buFontTx/>
              <a:buChar char="-"/>
            </a:pPr>
            <a:r>
              <a:rPr lang="ko-KR" alt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행렬 곱셈이나 덧셈 등의 연산 시</a:t>
            </a: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결과에 영향을 미치지 않는 </a:t>
            </a: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</a:t>
            </a:r>
            <a:r>
              <a:rPr lang="ko-KR" alt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 요소들까지</a:t>
            </a:r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1"/>
            <a:r>
              <a:rPr lang="ko-KR" alt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반복적으로 연산해야 하므로 계산 시간이 낭비되어 비효율적입니다</a:t>
            </a: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endParaRPr lang="ko-KR" altLang="en-US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r>
              <a:rPr lang="ko-KR" alt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희소행렬 문제점 해결 방안</a:t>
            </a:r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171450" indent="-171450">
              <a:buFontTx/>
              <a:buChar char="-"/>
            </a:pP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원소 쌍 표현</a:t>
            </a:r>
            <a:endParaRPr lang="en" altLang="ko-KR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628650" lvl="1" indent="-171450">
              <a:buFontTx/>
              <a:buChar char="-"/>
            </a:pPr>
            <a:r>
              <a:rPr lang="en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</a:t>
            </a:r>
            <a:r>
              <a:rPr lang="ko-KR" alt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 아닌 </a:t>
            </a:r>
            <a:r>
              <a:rPr lang="ko-KR" altLang="en-US" sz="16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값만을</a:t>
            </a:r>
            <a:r>
              <a:rPr lang="ko-KR" alt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저장하되</a:t>
            </a: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각 값에 대한 다음 </a:t>
            </a: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가지 정보</a:t>
            </a: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행</a:t>
            </a: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인덱스</a:t>
            </a: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열 인덱스 값</a:t>
            </a: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r>
              <a:rPr lang="ko-KR" altLang="en-US" sz="16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를</a:t>
            </a:r>
            <a:r>
              <a:rPr lang="ko-KR" alt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하나의 </a:t>
            </a:r>
            <a:r>
              <a:rPr lang="ko-KR" altLang="en-US" sz="16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튜플로</a:t>
            </a:r>
            <a:r>
              <a:rPr lang="ko-KR" alt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묶어 저장합니다</a:t>
            </a: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645272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내용 개체 틀 6" descr="텍스트, 폰트, 화이트, 영수증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0D3408B-577A-2626-6C05-5D3C6CC61F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3495" y="267702"/>
            <a:ext cx="7658100" cy="1435100"/>
          </a:xfr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16B46633-B63E-386F-5C28-64E412432114}"/>
              </a:ext>
            </a:extLst>
          </p:cNvPr>
          <p:cNvSpPr/>
          <p:nvPr/>
        </p:nvSpPr>
        <p:spPr>
          <a:xfrm>
            <a:off x="6884622" y="1368584"/>
            <a:ext cx="622911" cy="52832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solidFill>
                  <a:schemeClr val="tx1"/>
                </a:solidFill>
              </a:rPr>
              <a:t>1</a:t>
            </a:r>
            <a:endParaRPr kumimoji="1"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91DCA19-84C7-717B-2193-5BED399D9788}"/>
              </a:ext>
            </a:extLst>
          </p:cNvPr>
          <p:cNvSpPr/>
          <p:nvPr/>
        </p:nvSpPr>
        <p:spPr>
          <a:xfrm>
            <a:off x="7507533" y="1368584"/>
            <a:ext cx="622911" cy="52832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solidFill>
                  <a:schemeClr val="tx1"/>
                </a:solidFill>
              </a:rPr>
              <a:t>1</a:t>
            </a:r>
            <a:endParaRPr kumimoji="1" lang="ko-KR" altLang="en-US" dirty="0">
              <a:solidFill>
                <a:schemeClr val="tx1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B0EC951-3F04-5365-6A82-460D80284C61}"/>
              </a:ext>
            </a:extLst>
          </p:cNvPr>
          <p:cNvSpPr/>
          <p:nvPr/>
        </p:nvSpPr>
        <p:spPr>
          <a:xfrm>
            <a:off x="8130444" y="1368584"/>
            <a:ext cx="622911" cy="52832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solidFill>
                  <a:schemeClr val="tx1"/>
                </a:solidFill>
              </a:rPr>
              <a:t>0</a:t>
            </a:r>
            <a:endParaRPr kumimoji="1" lang="ko-KR" altLang="en-US" dirty="0">
              <a:solidFill>
                <a:schemeClr val="tx1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C457DCC-C368-ED1F-157F-6E33F1F8B266}"/>
              </a:ext>
            </a:extLst>
          </p:cNvPr>
          <p:cNvSpPr/>
          <p:nvPr/>
        </p:nvSpPr>
        <p:spPr>
          <a:xfrm>
            <a:off x="8753355" y="1368584"/>
            <a:ext cx="622911" cy="52832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solidFill>
                  <a:schemeClr val="tx1"/>
                </a:solidFill>
              </a:rPr>
              <a:t>0</a:t>
            </a:r>
            <a:endParaRPr kumimoji="1" lang="ko-KR" altLang="en-US" dirty="0">
              <a:solidFill>
                <a:schemeClr val="tx1"/>
              </a:solidFill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BF17192-2FFB-1E10-A978-E3AF2BF5D9AF}"/>
              </a:ext>
            </a:extLst>
          </p:cNvPr>
          <p:cNvSpPr/>
          <p:nvPr/>
        </p:nvSpPr>
        <p:spPr>
          <a:xfrm>
            <a:off x="9362494" y="1368584"/>
            <a:ext cx="622911" cy="52832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solidFill>
                  <a:schemeClr val="tx1"/>
                </a:solidFill>
              </a:rPr>
              <a:t>0</a:t>
            </a:r>
            <a:endParaRPr kumimoji="1" lang="ko-KR" altLang="en-US" dirty="0">
              <a:solidFill>
                <a:schemeClr val="tx1"/>
              </a:solidFill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E334B89-5D22-789A-B57B-33DF56206492}"/>
              </a:ext>
            </a:extLst>
          </p:cNvPr>
          <p:cNvSpPr/>
          <p:nvPr/>
        </p:nvSpPr>
        <p:spPr>
          <a:xfrm>
            <a:off x="9985405" y="1368584"/>
            <a:ext cx="622911" cy="52832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solidFill>
                  <a:schemeClr val="tx1"/>
                </a:solidFill>
              </a:rPr>
              <a:t>0</a:t>
            </a:r>
            <a:endParaRPr kumimoji="1" lang="ko-KR" altLang="en-US" dirty="0">
              <a:solidFill>
                <a:schemeClr val="tx1"/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571DBC90-2AC2-997F-B554-D24FB6581EE0}"/>
              </a:ext>
            </a:extLst>
          </p:cNvPr>
          <p:cNvSpPr/>
          <p:nvPr/>
        </p:nvSpPr>
        <p:spPr>
          <a:xfrm>
            <a:off x="10608316" y="1368584"/>
            <a:ext cx="622911" cy="52832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solidFill>
                  <a:schemeClr val="tx1"/>
                </a:solidFill>
              </a:rPr>
              <a:t>0</a:t>
            </a:r>
            <a:endParaRPr kumimoji="1"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B196754-DE18-BDBE-0659-E69A4299E1FC}"/>
              </a:ext>
            </a:extLst>
          </p:cNvPr>
          <p:cNvSpPr/>
          <p:nvPr/>
        </p:nvSpPr>
        <p:spPr>
          <a:xfrm>
            <a:off x="11231227" y="1368584"/>
            <a:ext cx="622911" cy="52832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solidFill>
                  <a:schemeClr val="tx1"/>
                </a:solidFill>
              </a:rPr>
              <a:t>0</a:t>
            </a:r>
            <a:endParaRPr kumimoji="1" lang="ko-KR" altLang="en-US" dirty="0">
              <a:solidFill>
                <a:schemeClr val="tx1"/>
              </a:solidFill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9E83FABF-9B1F-886C-4519-BAF00FB4A561}"/>
              </a:ext>
            </a:extLst>
          </p:cNvPr>
          <p:cNvSpPr/>
          <p:nvPr/>
        </p:nvSpPr>
        <p:spPr>
          <a:xfrm>
            <a:off x="6884622" y="834176"/>
            <a:ext cx="622911" cy="52832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solidFill>
                  <a:schemeClr val="tx1"/>
                </a:solidFill>
              </a:rPr>
              <a:t>0</a:t>
            </a:r>
            <a:endParaRPr kumimoji="1" lang="ko-KR" altLang="en-US" dirty="0">
              <a:solidFill>
                <a:schemeClr val="tx1"/>
              </a:solidFill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B443B29B-C4FB-08C3-7765-4B6AB6E36152}"/>
              </a:ext>
            </a:extLst>
          </p:cNvPr>
          <p:cNvSpPr/>
          <p:nvPr/>
        </p:nvSpPr>
        <p:spPr>
          <a:xfrm>
            <a:off x="7507533" y="834176"/>
            <a:ext cx="622911" cy="52832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solidFill>
                  <a:schemeClr val="tx1"/>
                </a:solidFill>
              </a:rPr>
              <a:t>1</a:t>
            </a:r>
            <a:endParaRPr kumimoji="1" lang="ko-KR" altLang="en-US" dirty="0">
              <a:solidFill>
                <a:schemeClr val="tx1"/>
              </a:solidFill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149BC9AB-2DC1-EF37-B97E-2067EB865A75}"/>
              </a:ext>
            </a:extLst>
          </p:cNvPr>
          <p:cNvSpPr/>
          <p:nvPr/>
        </p:nvSpPr>
        <p:spPr>
          <a:xfrm>
            <a:off x="8130444" y="834176"/>
            <a:ext cx="622911" cy="52832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solidFill>
                  <a:schemeClr val="tx1"/>
                </a:solidFill>
              </a:rPr>
              <a:t>2</a:t>
            </a:r>
            <a:endParaRPr kumimoji="1" lang="ko-KR" altLang="en-US" dirty="0">
              <a:solidFill>
                <a:schemeClr val="tx1"/>
              </a:solidFill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04B81776-BC9D-BA29-350B-FD42A4C0F4C1}"/>
              </a:ext>
            </a:extLst>
          </p:cNvPr>
          <p:cNvSpPr/>
          <p:nvPr/>
        </p:nvSpPr>
        <p:spPr>
          <a:xfrm>
            <a:off x="8753355" y="834176"/>
            <a:ext cx="622911" cy="52832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solidFill>
                  <a:schemeClr val="tx1"/>
                </a:solidFill>
              </a:rPr>
              <a:t>3</a:t>
            </a:r>
            <a:endParaRPr kumimoji="1" lang="ko-KR" altLang="en-US" dirty="0">
              <a:solidFill>
                <a:schemeClr val="tx1"/>
              </a:solidFill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4702C0FF-83D2-CB16-FBC5-0ECDD0ACF801}"/>
              </a:ext>
            </a:extLst>
          </p:cNvPr>
          <p:cNvSpPr/>
          <p:nvPr/>
        </p:nvSpPr>
        <p:spPr>
          <a:xfrm>
            <a:off x="9362494" y="834176"/>
            <a:ext cx="622911" cy="52832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solidFill>
                  <a:schemeClr val="tx1"/>
                </a:solidFill>
              </a:rPr>
              <a:t>4</a:t>
            </a:r>
            <a:endParaRPr kumimoji="1" lang="ko-KR" altLang="en-US" dirty="0">
              <a:solidFill>
                <a:schemeClr val="tx1"/>
              </a:solidFill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4B343DE3-CC3F-8D8B-2629-92FDA77A4555}"/>
              </a:ext>
            </a:extLst>
          </p:cNvPr>
          <p:cNvSpPr/>
          <p:nvPr/>
        </p:nvSpPr>
        <p:spPr>
          <a:xfrm>
            <a:off x="9985405" y="834176"/>
            <a:ext cx="622911" cy="52832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solidFill>
                  <a:schemeClr val="tx1"/>
                </a:solidFill>
              </a:rPr>
              <a:t>5</a:t>
            </a:r>
            <a:endParaRPr kumimoji="1" lang="ko-KR" altLang="en-US" dirty="0">
              <a:solidFill>
                <a:schemeClr val="tx1"/>
              </a:solidFill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9175A977-44CE-2DE6-326A-AE1D4B569EC0}"/>
              </a:ext>
            </a:extLst>
          </p:cNvPr>
          <p:cNvSpPr/>
          <p:nvPr/>
        </p:nvSpPr>
        <p:spPr>
          <a:xfrm>
            <a:off x="10608316" y="834176"/>
            <a:ext cx="622911" cy="52832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solidFill>
                  <a:schemeClr val="tx1"/>
                </a:solidFill>
              </a:rPr>
              <a:t>6</a:t>
            </a:r>
            <a:endParaRPr kumimoji="1" lang="ko-KR" altLang="en-US" dirty="0">
              <a:solidFill>
                <a:schemeClr val="tx1"/>
              </a:solidFill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9BE12BAE-786A-82B3-5EFF-DAC62175D1E7}"/>
              </a:ext>
            </a:extLst>
          </p:cNvPr>
          <p:cNvSpPr/>
          <p:nvPr/>
        </p:nvSpPr>
        <p:spPr>
          <a:xfrm>
            <a:off x="11231227" y="834176"/>
            <a:ext cx="622911" cy="52832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solidFill>
                  <a:schemeClr val="tx1"/>
                </a:solidFill>
              </a:rPr>
              <a:t>7</a:t>
            </a:r>
            <a:endParaRPr kumimoji="1" lang="ko-KR" altLang="en-US" dirty="0">
              <a:solidFill>
                <a:schemeClr val="tx1"/>
              </a:solidFill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D65C7E88-DF4F-3EEB-1A75-6A5D61293645}"/>
              </a:ext>
            </a:extLst>
          </p:cNvPr>
          <p:cNvSpPr/>
          <p:nvPr/>
        </p:nvSpPr>
        <p:spPr>
          <a:xfrm>
            <a:off x="6096000" y="1368584"/>
            <a:ext cx="788622" cy="52832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 err="1">
                <a:solidFill>
                  <a:schemeClr val="tx1"/>
                </a:solidFill>
              </a:rPr>
              <a:t>arr</a:t>
            </a:r>
            <a:endParaRPr kumimoji="1" lang="ko-KR" altLang="en-US" dirty="0">
              <a:solidFill>
                <a:schemeClr val="tx1"/>
              </a:solidFill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FEE5DEB7-BF9B-D5B0-E66F-C7F267946E20}"/>
              </a:ext>
            </a:extLst>
          </p:cNvPr>
          <p:cNvSpPr/>
          <p:nvPr/>
        </p:nvSpPr>
        <p:spPr>
          <a:xfrm>
            <a:off x="6096000" y="834176"/>
            <a:ext cx="788622" cy="52832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solidFill>
                  <a:schemeClr val="tx1"/>
                </a:solidFill>
              </a:rPr>
              <a:t>index</a:t>
            </a:r>
            <a:endParaRPr kumimoji="1" lang="ko-KR" altLang="en-US" dirty="0">
              <a:solidFill>
                <a:schemeClr val="tx1"/>
              </a:solidFill>
            </a:endParaRPr>
          </a:p>
        </p:txBody>
      </p:sp>
      <p:graphicFrame>
        <p:nvGraphicFramePr>
          <p:cNvPr id="43" name="표 42">
            <a:extLst>
              <a:ext uri="{FF2B5EF4-FFF2-40B4-BE49-F238E27FC236}">
                <a16:creationId xmlns:a16="http://schemas.microsoft.com/office/drawing/2014/main" id="{5BBEB7BF-3501-4807-29A1-8F332847F3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3068464"/>
              </p:ext>
            </p:extLst>
          </p:nvPr>
        </p:nvGraphicFramePr>
        <p:xfrm>
          <a:off x="1778000" y="2431311"/>
          <a:ext cx="8127999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7600">
                  <a:extLst>
                    <a:ext uri="{9D8B030D-6E8A-4147-A177-3AD203B41FA5}">
                      <a16:colId xmlns:a16="http://schemas.microsoft.com/office/drawing/2014/main" val="1787391586"/>
                    </a:ext>
                  </a:extLst>
                </a:gridCol>
                <a:gridCol w="3627120">
                  <a:extLst>
                    <a:ext uri="{9D8B030D-6E8A-4147-A177-3AD203B41FA5}">
                      <a16:colId xmlns:a16="http://schemas.microsoft.com/office/drawing/2014/main" val="874544783"/>
                    </a:ext>
                  </a:extLst>
                </a:gridCol>
                <a:gridCol w="3383279">
                  <a:extLst>
                    <a:ext uri="{9D8B030D-6E8A-4147-A177-3AD203B41FA5}">
                      <a16:colId xmlns:a16="http://schemas.microsoft.com/office/drawing/2014/main" val="34024104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/>
                        <a:t>i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풀이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결과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3169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/>
                        <a:t>arr</a:t>
                      </a:r>
                      <a:r>
                        <a:rPr lang="en-US" altLang="ko-KR" dirty="0"/>
                        <a:t>[2] = </a:t>
                      </a:r>
                      <a:r>
                        <a:rPr lang="en-US" altLang="ko-KR" dirty="0" err="1"/>
                        <a:t>arr</a:t>
                      </a:r>
                      <a:r>
                        <a:rPr lang="en-US" altLang="ko-KR" dirty="0"/>
                        <a:t>[1] + </a:t>
                      </a:r>
                      <a:r>
                        <a:rPr lang="en-US" altLang="ko-KR" dirty="0" err="1"/>
                        <a:t>arr</a:t>
                      </a:r>
                      <a:r>
                        <a:rPr lang="en-US" altLang="ko-KR" dirty="0"/>
                        <a:t>[0]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r>
                        <a:rPr lang="ko-KR" altLang="en-US" dirty="0"/>
                        <a:t> </a:t>
                      </a:r>
                      <a:r>
                        <a:rPr lang="en-US" altLang="ko-KR" dirty="0"/>
                        <a:t>1</a:t>
                      </a:r>
                      <a:r>
                        <a:rPr lang="ko-KR" altLang="en-US" dirty="0"/>
                        <a:t> 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</a:rPr>
                        <a:t>2</a:t>
                      </a:r>
                      <a:r>
                        <a:rPr lang="ko-KR" altLang="en-US" dirty="0"/>
                        <a:t> </a:t>
                      </a:r>
                      <a:r>
                        <a:rPr lang="en-US" altLang="ko-KR" dirty="0"/>
                        <a:t>0</a:t>
                      </a:r>
                      <a:r>
                        <a:rPr lang="ko-KR" altLang="en-US" dirty="0"/>
                        <a:t> </a:t>
                      </a:r>
                      <a:r>
                        <a:rPr lang="en-US" altLang="ko-KR" dirty="0"/>
                        <a:t>0</a:t>
                      </a:r>
                      <a:r>
                        <a:rPr lang="ko-KR" altLang="en-US" dirty="0"/>
                        <a:t> </a:t>
                      </a:r>
                      <a:r>
                        <a:rPr lang="en-US" altLang="ko-KR" dirty="0"/>
                        <a:t>0</a:t>
                      </a:r>
                      <a:r>
                        <a:rPr lang="ko-KR" altLang="en-US" dirty="0"/>
                        <a:t> </a:t>
                      </a:r>
                      <a:r>
                        <a:rPr lang="en-US" altLang="ko-KR" dirty="0"/>
                        <a:t>0</a:t>
                      </a:r>
                      <a:r>
                        <a:rPr lang="ko-KR" altLang="en-US" dirty="0"/>
                        <a:t> </a:t>
                      </a:r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61072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3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/>
                        <a:t>arr</a:t>
                      </a:r>
                      <a:r>
                        <a:rPr lang="en-US" altLang="ko-KR" dirty="0"/>
                        <a:t>[3] = </a:t>
                      </a:r>
                      <a:r>
                        <a:rPr lang="en-US" altLang="ko-KR" dirty="0" err="1"/>
                        <a:t>arr</a:t>
                      </a:r>
                      <a:r>
                        <a:rPr lang="en-US" altLang="ko-KR" dirty="0"/>
                        <a:t>[2] + </a:t>
                      </a:r>
                      <a:r>
                        <a:rPr lang="en-US" altLang="ko-KR" dirty="0" err="1"/>
                        <a:t>arr</a:t>
                      </a:r>
                      <a:r>
                        <a:rPr lang="en-US" altLang="ko-KR" dirty="0"/>
                        <a:t>[1]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1</a:t>
                      </a:r>
                      <a:r>
                        <a:rPr lang="ko-KR" altLang="en-US" dirty="0"/>
                        <a:t> </a:t>
                      </a:r>
                      <a:r>
                        <a:rPr lang="en-US" altLang="ko-KR" dirty="0"/>
                        <a:t>1</a:t>
                      </a:r>
                      <a:r>
                        <a:rPr lang="ko-KR" altLang="en-US" dirty="0"/>
                        <a:t> </a:t>
                      </a:r>
                      <a:r>
                        <a:rPr lang="en-US" altLang="ko-KR" dirty="0"/>
                        <a:t>2</a:t>
                      </a:r>
                      <a:r>
                        <a:rPr lang="ko-KR" altLang="en-US" dirty="0"/>
                        <a:t> 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</a:rPr>
                        <a:t>3</a:t>
                      </a:r>
                      <a:r>
                        <a:rPr lang="ko-KR" altLang="en-US" dirty="0"/>
                        <a:t> </a:t>
                      </a:r>
                      <a:r>
                        <a:rPr lang="en-US" altLang="ko-KR" dirty="0"/>
                        <a:t>0</a:t>
                      </a:r>
                      <a:r>
                        <a:rPr lang="ko-KR" altLang="en-US" dirty="0"/>
                        <a:t> </a:t>
                      </a:r>
                      <a:r>
                        <a:rPr lang="en-US" altLang="ko-KR" dirty="0"/>
                        <a:t>0</a:t>
                      </a:r>
                      <a:r>
                        <a:rPr lang="ko-KR" altLang="en-US" dirty="0"/>
                        <a:t> </a:t>
                      </a:r>
                      <a:r>
                        <a:rPr lang="en-US" altLang="ko-KR" dirty="0"/>
                        <a:t>0</a:t>
                      </a:r>
                      <a:r>
                        <a:rPr lang="ko-KR" altLang="en-US" dirty="0"/>
                        <a:t> </a:t>
                      </a:r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74988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4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/>
                        <a:t>arr</a:t>
                      </a:r>
                      <a:r>
                        <a:rPr lang="en-US" altLang="ko-KR" dirty="0"/>
                        <a:t>[4] = </a:t>
                      </a:r>
                      <a:r>
                        <a:rPr lang="en-US" altLang="ko-KR" dirty="0" err="1"/>
                        <a:t>arr</a:t>
                      </a:r>
                      <a:r>
                        <a:rPr lang="en-US" altLang="ko-KR" dirty="0"/>
                        <a:t>[3] + </a:t>
                      </a:r>
                      <a:r>
                        <a:rPr lang="en-US" altLang="ko-KR" dirty="0" err="1"/>
                        <a:t>arr</a:t>
                      </a:r>
                      <a:r>
                        <a:rPr lang="en-US" altLang="ko-KR" dirty="0"/>
                        <a:t>[2]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1</a:t>
                      </a:r>
                      <a:r>
                        <a:rPr lang="ko-KR" altLang="en-US" dirty="0"/>
                        <a:t> </a:t>
                      </a:r>
                      <a:r>
                        <a:rPr lang="en-US" altLang="ko-KR" dirty="0"/>
                        <a:t>1</a:t>
                      </a:r>
                      <a:r>
                        <a:rPr lang="ko-KR" altLang="en-US" dirty="0"/>
                        <a:t> </a:t>
                      </a:r>
                      <a:r>
                        <a:rPr lang="en-US" altLang="ko-KR" dirty="0"/>
                        <a:t>2</a:t>
                      </a:r>
                      <a:r>
                        <a:rPr lang="ko-KR" altLang="en-US" dirty="0"/>
                        <a:t> </a:t>
                      </a:r>
                      <a:r>
                        <a:rPr lang="en-US" altLang="ko-KR" dirty="0"/>
                        <a:t>3</a:t>
                      </a:r>
                      <a:r>
                        <a:rPr lang="ko-KR" altLang="en-US" dirty="0"/>
                        <a:t> 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</a:rPr>
                        <a:t>5</a:t>
                      </a:r>
                      <a:r>
                        <a:rPr lang="ko-KR" altLang="en-US" dirty="0"/>
                        <a:t> </a:t>
                      </a:r>
                      <a:r>
                        <a:rPr lang="en-US" altLang="ko-KR" dirty="0"/>
                        <a:t>0</a:t>
                      </a:r>
                      <a:r>
                        <a:rPr lang="ko-KR" altLang="en-US" dirty="0"/>
                        <a:t> </a:t>
                      </a:r>
                      <a:r>
                        <a:rPr lang="en-US" altLang="ko-KR" dirty="0"/>
                        <a:t>0</a:t>
                      </a:r>
                      <a:r>
                        <a:rPr lang="ko-KR" altLang="en-US" dirty="0"/>
                        <a:t> </a:t>
                      </a:r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42152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5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/>
                        <a:t>arr</a:t>
                      </a:r>
                      <a:r>
                        <a:rPr lang="en-US" altLang="ko-KR" dirty="0"/>
                        <a:t>[5] = </a:t>
                      </a:r>
                      <a:r>
                        <a:rPr lang="en-US" altLang="ko-KR" dirty="0" err="1"/>
                        <a:t>arr</a:t>
                      </a:r>
                      <a:r>
                        <a:rPr lang="en-US" altLang="ko-KR" dirty="0"/>
                        <a:t>[4] + </a:t>
                      </a:r>
                      <a:r>
                        <a:rPr lang="en-US" altLang="ko-KR" dirty="0" err="1"/>
                        <a:t>arr</a:t>
                      </a:r>
                      <a:r>
                        <a:rPr lang="en-US" altLang="ko-KR" dirty="0"/>
                        <a:t>[3]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r>
                        <a:rPr lang="ko-KR" altLang="en-US" dirty="0"/>
                        <a:t> </a:t>
                      </a:r>
                      <a:r>
                        <a:rPr lang="en-US" altLang="ko-KR" dirty="0"/>
                        <a:t>1</a:t>
                      </a:r>
                      <a:r>
                        <a:rPr lang="ko-KR" altLang="en-US" dirty="0"/>
                        <a:t> </a:t>
                      </a:r>
                      <a:r>
                        <a:rPr lang="en-US" altLang="ko-KR" dirty="0"/>
                        <a:t>2</a:t>
                      </a:r>
                      <a:r>
                        <a:rPr lang="ko-KR" altLang="en-US" dirty="0"/>
                        <a:t> </a:t>
                      </a:r>
                      <a:r>
                        <a:rPr lang="en-US" altLang="ko-KR" dirty="0"/>
                        <a:t>3</a:t>
                      </a:r>
                      <a:r>
                        <a:rPr lang="ko-KR" altLang="en-US" dirty="0"/>
                        <a:t> </a:t>
                      </a:r>
                      <a:r>
                        <a:rPr lang="en-US" altLang="ko-KR" dirty="0"/>
                        <a:t>5</a:t>
                      </a:r>
                      <a:r>
                        <a:rPr lang="ko-KR" altLang="en-US" dirty="0"/>
                        <a:t> 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</a:rPr>
                        <a:t>8</a:t>
                      </a:r>
                      <a:r>
                        <a:rPr lang="ko-KR" altLang="en-US" dirty="0"/>
                        <a:t> </a:t>
                      </a:r>
                      <a:r>
                        <a:rPr lang="en-US" altLang="ko-KR" dirty="0"/>
                        <a:t>0</a:t>
                      </a:r>
                      <a:r>
                        <a:rPr lang="ko-KR" altLang="en-US" dirty="0"/>
                        <a:t> </a:t>
                      </a:r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99808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6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/>
                        <a:t>arr</a:t>
                      </a:r>
                      <a:r>
                        <a:rPr lang="en-US" altLang="ko-KR" dirty="0"/>
                        <a:t>[6] = </a:t>
                      </a:r>
                      <a:r>
                        <a:rPr lang="en-US" altLang="ko-KR" dirty="0" err="1"/>
                        <a:t>arr</a:t>
                      </a:r>
                      <a:r>
                        <a:rPr lang="en-US" altLang="ko-KR" dirty="0"/>
                        <a:t>[5] + </a:t>
                      </a:r>
                      <a:r>
                        <a:rPr lang="en-US" altLang="ko-KR" dirty="0" err="1"/>
                        <a:t>arr</a:t>
                      </a:r>
                      <a:r>
                        <a:rPr lang="en-US" altLang="ko-KR" dirty="0"/>
                        <a:t>[4]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r>
                        <a:rPr lang="ko-KR" altLang="en-US" dirty="0"/>
                        <a:t> </a:t>
                      </a:r>
                      <a:r>
                        <a:rPr lang="en-US" altLang="ko-KR" dirty="0"/>
                        <a:t>1</a:t>
                      </a:r>
                      <a:r>
                        <a:rPr lang="ko-KR" altLang="en-US" dirty="0"/>
                        <a:t> </a:t>
                      </a:r>
                      <a:r>
                        <a:rPr lang="en-US" altLang="ko-KR" dirty="0"/>
                        <a:t>2</a:t>
                      </a:r>
                      <a:r>
                        <a:rPr lang="ko-KR" altLang="en-US" dirty="0"/>
                        <a:t> </a:t>
                      </a:r>
                      <a:r>
                        <a:rPr lang="en-US" altLang="ko-KR" dirty="0"/>
                        <a:t>3</a:t>
                      </a:r>
                      <a:r>
                        <a:rPr lang="ko-KR" altLang="en-US" dirty="0"/>
                        <a:t> </a:t>
                      </a:r>
                      <a:r>
                        <a:rPr lang="en-US" altLang="ko-KR" dirty="0"/>
                        <a:t>5</a:t>
                      </a:r>
                      <a:r>
                        <a:rPr lang="ko-KR" altLang="en-US" dirty="0"/>
                        <a:t> </a:t>
                      </a:r>
                      <a:r>
                        <a:rPr lang="en-US" altLang="ko-KR" dirty="0"/>
                        <a:t>8</a:t>
                      </a:r>
                      <a:r>
                        <a:rPr lang="ko-KR" altLang="en-US" dirty="0"/>
                        <a:t> 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</a:rPr>
                        <a:t>13</a:t>
                      </a:r>
                      <a:r>
                        <a:rPr lang="ko-KR" altLang="en-US" dirty="0"/>
                        <a:t> </a:t>
                      </a:r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82301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7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/>
                        <a:t>arr</a:t>
                      </a:r>
                      <a:r>
                        <a:rPr lang="en-US" altLang="ko-KR" dirty="0"/>
                        <a:t>[7] = </a:t>
                      </a:r>
                      <a:r>
                        <a:rPr lang="en-US" altLang="ko-KR" dirty="0" err="1"/>
                        <a:t>arr</a:t>
                      </a:r>
                      <a:r>
                        <a:rPr lang="en-US" altLang="ko-KR" dirty="0"/>
                        <a:t>[6] + </a:t>
                      </a:r>
                      <a:r>
                        <a:rPr lang="en-US" altLang="ko-KR" dirty="0" err="1"/>
                        <a:t>arr</a:t>
                      </a:r>
                      <a:r>
                        <a:rPr lang="en-US" altLang="ko-KR" dirty="0"/>
                        <a:t>[5]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r>
                        <a:rPr lang="ko-KR" altLang="en-US" dirty="0"/>
                        <a:t> </a:t>
                      </a:r>
                      <a:r>
                        <a:rPr lang="en-US" altLang="ko-KR" dirty="0"/>
                        <a:t>1</a:t>
                      </a:r>
                      <a:r>
                        <a:rPr lang="ko-KR" altLang="en-US" dirty="0"/>
                        <a:t> </a:t>
                      </a:r>
                      <a:r>
                        <a:rPr lang="en-US" altLang="ko-KR" dirty="0"/>
                        <a:t>2</a:t>
                      </a:r>
                      <a:r>
                        <a:rPr lang="ko-KR" altLang="en-US" dirty="0"/>
                        <a:t> </a:t>
                      </a:r>
                      <a:r>
                        <a:rPr lang="en-US" altLang="ko-KR" dirty="0"/>
                        <a:t>3</a:t>
                      </a:r>
                      <a:r>
                        <a:rPr lang="ko-KR" altLang="en-US" dirty="0"/>
                        <a:t> </a:t>
                      </a:r>
                      <a:r>
                        <a:rPr lang="en-US" altLang="ko-KR" dirty="0"/>
                        <a:t>5</a:t>
                      </a:r>
                      <a:r>
                        <a:rPr lang="ko-KR" altLang="en-US" dirty="0"/>
                        <a:t> </a:t>
                      </a:r>
                      <a:r>
                        <a:rPr lang="en-US" altLang="ko-KR" dirty="0"/>
                        <a:t>8</a:t>
                      </a:r>
                      <a:r>
                        <a:rPr lang="ko-KR" altLang="en-US" dirty="0"/>
                        <a:t> </a:t>
                      </a:r>
                      <a:r>
                        <a:rPr lang="en-US" altLang="ko-KR" dirty="0"/>
                        <a:t>13</a:t>
                      </a:r>
                      <a:r>
                        <a:rPr lang="ko-KR" altLang="en-US" dirty="0"/>
                        <a:t> 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</a:rPr>
                        <a:t>21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7716546"/>
                  </a:ext>
                </a:extLst>
              </a:tr>
            </a:tbl>
          </a:graphicData>
        </a:graphic>
      </p:graphicFrame>
      <p:sp>
        <p:nvSpPr>
          <p:cNvPr id="44" name="직사각형 43">
            <a:extLst>
              <a:ext uri="{FF2B5EF4-FFF2-40B4-BE49-F238E27FC236}">
                <a16:creationId xmlns:a16="http://schemas.microsoft.com/office/drawing/2014/main" id="{BE4B3A61-8A3A-2AD1-C776-1994D960C821}"/>
              </a:ext>
            </a:extLst>
          </p:cNvPr>
          <p:cNvSpPr/>
          <p:nvPr/>
        </p:nvSpPr>
        <p:spPr>
          <a:xfrm>
            <a:off x="3876555" y="5561598"/>
            <a:ext cx="622911" cy="52832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solidFill>
                  <a:srgbClr val="FF0000"/>
                </a:solidFill>
              </a:rPr>
              <a:t>1</a:t>
            </a:r>
            <a:endParaRPr kumimoji="1" lang="ko-KR" altLang="en-US" dirty="0">
              <a:solidFill>
                <a:srgbClr val="FF0000"/>
              </a:solidFill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389FB3D2-6A90-1E4D-EBAD-9384080330AC}"/>
              </a:ext>
            </a:extLst>
          </p:cNvPr>
          <p:cNvSpPr/>
          <p:nvPr/>
        </p:nvSpPr>
        <p:spPr>
          <a:xfrm>
            <a:off x="4499466" y="5561598"/>
            <a:ext cx="622911" cy="52832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solidFill>
                  <a:srgbClr val="FF0000"/>
                </a:solidFill>
              </a:rPr>
              <a:t>1</a:t>
            </a:r>
            <a:endParaRPr kumimoji="1" lang="ko-KR" altLang="en-US" dirty="0">
              <a:solidFill>
                <a:srgbClr val="FF0000"/>
              </a:solidFill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FD64175B-50A5-6AB7-A34D-AA87FEE4380A}"/>
              </a:ext>
            </a:extLst>
          </p:cNvPr>
          <p:cNvSpPr/>
          <p:nvPr/>
        </p:nvSpPr>
        <p:spPr>
          <a:xfrm>
            <a:off x="5122377" y="5561598"/>
            <a:ext cx="622911" cy="52832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solidFill>
                  <a:srgbClr val="FF0000"/>
                </a:solidFill>
              </a:rPr>
              <a:t>2</a:t>
            </a:r>
            <a:endParaRPr kumimoji="1" lang="ko-KR" altLang="en-US" dirty="0">
              <a:solidFill>
                <a:srgbClr val="FF0000"/>
              </a:solidFill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0E8055B0-55F0-A069-19C8-81D8DA790629}"/>
              </a:ext>
            </a:extLst>
          </p:cNvPr>
          <p:cNvSpPr/>
          <p:nvPr/>
        </p:nvSpPr>
        <p:spPr>
          <a:xfrm>
            <a:off x="5745288" y="5561598"/>
            <a:ext cx="622911" cy="52832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solidFill>
                  <a:srgbClr val="FF0000"/>
                </a:solidFill>
              </a:rPr>
              <a:t>3</a:t>
            </a:r>
            <a:endParaRPr kumimoji="1" lang="ko-KR" altLang="en-US" dirty="0">
              <a:solidFill>
                <a:srgbClr val="FF0000"/>
              </a:solidFill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EF9A3A08-B535-3AE3-6BE0-87CBF63FCA8C}"/>
              </a:ext>
            </a:extLst>
          </p:cNvPr>
          <p:cNvSpPr/>
          <p:nvPr/>
        </p:nvSpPr>
        <p:spPr>
          <a:xfrm>
            <a:off x="6354427" y="5561598"/>
            <a:ext cx="622911" cy="52832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solidFill>
                  <a:srgbClr val="FF0000"/>
                </a:solidFill>
              </a:rPr>
              <a:t>5</a:t>
            </a:r>
            <a:endParaRPr kumimoji="1" lang="ko-KR" altLang="en-US" dirty="0">
              <a:solidFill>
                <a:srgbClr val="FF0000"/>
              </a:solidFill>
            </a:endParaRP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D232438E-B81F-B702-118B-54F6C8656FDE}"/>
              </a:ext>
            </a:extLst>
          </p:cNvPr>
          <p:cNvSpPr/>
          <p:nvPr/>
        </p:nvSpPr>
        <p:spPr>
          <a:xfrm>
            <a:off x="6977338" y="5561598"/>
            <a:ext cx="622911" cy="52832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solidFill>
                  <a:srgbClr val="FF0000"/>
                </a:solidFill>
              </a:rPr>
              <a:t>8</a:t>
            </a:r>
            <a:endParaRPr kumimoji="1" lang="ko-KR" altLang="en-US" dirty="0">
              <a:solidFill>
                <a:srgbClr val="FF0000"/>
              </a:solidFill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86CAAEBE-3886-FEA1-FF53-BC26F95F68C8}"/>
              </a:ext>
            </a:extLst>
          </p:cNvPr>
          <p:cNvSpPr/>
          <p:nvPr/>
        </p:nvSpPr>
        <p:spPr>
          <a:xfrm>
            <a:off x="7600249" y="5561598"/>
            <a:ext cx="622911" cy="52832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solidFill>
                  <a:srgbClr val="FF0000"/>
                </a:solidFill>
              </a:rPr>
              <a:t>13</a:t>
            </a:r>
            <a:endParaRPr kumimoji="1" lang="ko-KR" altLang="en-US" dirty="0">
              <a:solidFill>
                <a:srgbClr val="FF0000"/>
              </a:solidFill>
            </a:endParaRP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7E39DE86-CF37-3FF4-EB15-AD3D27ECFE9B}"/>
              </a:ext>
            </a:extLst>
          </p:cNvPr>
          <p:cNvSpPr/>
          <p:nvPr/>
        </p:nvSpPr>
        <p:spPr>
          <a:xfrm>
            <a:off x="8223160" y="5561598"/>
            <a:ext cx="622911" cy="52832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solidFill>
                  <a:srgbClr val="FF0000"/>
                </a:solidFill>
              </a:rPr>
              <a:t>21</a:t>
            </a:r>
            <a:endParaRPr kumimoji="1" lang="ko-KR" altLang="en-US" dirty="0">
              <a:solidFill>
                <a:srgbClr val="FF0000"/>
              </a:solidFill>
            </a:endParaRP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F326CF00-8B3F-18B1-B75D-7B90F4357B90}"/>
              </a:ext>
            </a:extLst>
          </p:cNvPr>
          <p:cNvSpPr/>
          <p:nvPr/>
        </p:nvSpPr>
        <p:spPr>
          <a:xfrm>
            <a:off x="3087933" y="5561598"/>
            <a:ext cx="788622" cy="52832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 err="1">
                <a:solidFill>
                  <a:schemeClr val="tx1"/>
                </a:solidFill>
              </a:rPr>
              <a:t>arr</a:t>
            </a:r>
            <a:endParaRPr kumimoji="1"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70690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폰트, 친필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568D6CB-A80D-790D-A025-88B7CF752D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700" y="958612"/>
            <a:ext cx="3462020" cy="228105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3A78159-1F5B-6E8C-917C-81B1AE984D3B}"/>
              </a:ext>
            </a:extLst>
          </p:cNvPr>
          <p:cNvSpPr txBox="1"/>
          <p:nvPr/>
        </p:nvSpPr>
        <p:spPr>
          <a:xfrm>
            <a:off x="426720" y="589280"/>
            <a:ext cx="45608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13. </a:t>
            </a:r>
            <a:r>
              <a:rPr kumimoji="1" lang="ko-KR" altLang="en-US" dirty="0"/>
              <a:t>다음 알고리즘의 </a:t>
            </a:r>
            <a:r>
              <a:rPr kumimoji="1" lang="ko-KR" altLang="en-US" dirty="0" err="1"/>
              <a:t>시간복잡도를</a:t>
            </a:r>
            <a:r>
              <a:rPr kumimoji="1" lang="ko-KR" altLang="en-US" dirty="0"/>
              <a:t> 적어라</a:t>
            </a:r>
            <a:r>
              <a:rPr kumimoji="1" lang="en-US" altLang="ko-KR" dirty="0"/>
              <a:t>.</a:t>
            </a:r>
            <a:endParaRPr kumimoji="1"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11A3417-D97C-5EFB-5A26-966E5DF4FCB2}"/>
              </a:ext>
            </a:extLst>
          </p:cNvPr>
          <p:cNvSpPr txBox="1"/>
          <p:nvPr/>
        </p:nvSpPr>
        <p:spPr>
          <a:xfrm>
            <a:off x="4236719" y="1268141"/>
            <a:ext cx="1797287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500" dirty="0">
                <a:solidFill>
                  <a:schemeClr val="accent6"/>
                </a:solidFill>
              </a:rPr>
              <a:t>//</a:t>
            </a:r>
            <a:r>
              <a:rPr kumimoji="1" lang="ko-KR" altLang="en-US" sz="1500" dirty="0">
                <a:solidFill>
                  <a:schemeClr val="accent6"/>
                </a:solidFill>
              </a:rPr>
              <a:t> 외부 루프</a:t>
            </a:r>
            <a:r>
              <a:rPr kumimoji="1" lang="en-US" altLang="ko-KR" sz="1500" dirty="0">
                <a:solidFill>
                  <a:schemeClr val="accent6"/>
                </a:solidFill>
              </a:rPr>
              <a:t> : O(n)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E61C591-AEB7-9D8C-EA7B-7B31254CBDA7}"/>
              </a:ext>
            </a:extLst>
          </p:cNvPr>
          <p:cNvSpPr txBox="1"/>
          <p:nvPr/>
        </p:nvSpPr>
        <p:spPr>
          <a:xfrm>
            <a:off x="4236719" y="1591306"/>
            <a:ext cx="1797287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500" dirty="0">
                <a:solidFill>
                  <a:schemeClr val="accent6"/>
                </a:solidFill>
              </a:rPr>
              <a:t>//</a:t>
            </a:r>
            <a:r>
              <a:rPr kumimoji="1" lang="ko-KR" altLang="en-US" sz="1500" dirty="0">
                <a:solidFill>
                  <a:schemeClr val="accent6"/>
                </a:solidFill>
              </a:rPr>
              <a:t> 내부 루프</a:t>
            </a:r>
            <a:r>
              <a:rPr kumimoji="1" lang="en-US" altLang="ko-KR" sz="1500" dirty="0">
                <a:solidFill>
                  <a:schemeClr val="accent6"/>
                </a:solidFill>
              </a:rPr>
              <a:t> : O(n)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D29046A-3987-1247-384A-BCD3A556AE13}"/>
              </a:ext>
            </a:extLst>
          </p:cNvPr>
          <p:cNvSpPr txBox="1"/>
          <p:nvPr/>
        </p:nvSpPr>
        <p:spPr>
          <a:xfrm>
            <a:off x="4236719" y="1914471"/>
            <a:ext cx="1797287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500" dirty="0">
                <a:solidFill>
                  <a:schemeClr val="accent6"/>
                </a:solidFill>
              </a:rPr>
              <a:t>//</a:t>
            </a:r>
            <a:r>
              <a:rPr kumimoji="1" lang="ko-KR" altLang="en-US" sz="1500" dirty="0">
                <a:solidFill>
                  <a:schemeClr val="accent6"/>
                </a:solidFill>
              </a:rPr>
              <a:t> 기본 연산</a:t>
            </a:r>
            <a:r>
              <a:rPr kumimoji="1" lang="en-US" altLang="ko-KR" sz="1500" dirty="0">
                <a:solidFill>
                  <a:schemeClr val="accent6"/>
                </a:solidFill>
              </a:rPr>
              <a:t> : O(1)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1E614DE-AEA9-5B62-A0D6-0063420E620C}"/>
              </a:ext>
            </a:extLst>
          </p:cNvPr>
          <p:cNvSpPr txBox="1"/>
          <p:nvPr/>
        </p:nvSpPr>
        <p:spPr>
          <a:xfrm>
            <a:off x="2454910" y="3429000"/>
            <a:ext cx="59506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/>
              <a:t>전체 </a:t>
            </a:r>
            <a:r>
              <a:rPr kumimoji="1" lang="ko-KR" altLang="en-US" dirty="0" err="1"/>
              <a:t>시간복잡도</a:t>
            </a:r>
            <a:r>
              <a:rPr kumimoji="1" lang="ko-KR" altLang="en-US" dirty="0"/>
              <a:t> </a:t>
            </a:r>
            <a:r>
              <a:rPr kumimoji="1" lang="en-US" altLang="ko-KR" dirty="0"/>
              <a:t>:</a:t>
            </a:r>
            <a:r>
              <a:rPr kumimoji="1" lang="ko-KR" altLang="en-US" dirty="0"/>
              <a:t> </a:t>
            </a:r>
            <a:r>
              <a:rPr kumimoji="1" lang="en-US" altLang="ko-KR" dirty="0"/>
              <a:t>O(n^2+1)</a:t>
            </a:r>
          </a:p>
          <a:p>
            <a:r>
              <a:rPr kumimoji="1" lang="ko-KR" altLang="en-US" dirty="0" err="1"/>
              <a:t>시간복잡도에는</a:t>
            </a:r>
            <a:r>
              <a:rPr kumimoji="1" lang="ko-KR" altLang="en-US" dirty="0"/>
              <a:t> 상수가 의미가 없으므로 </a:t>
            </a:r>
            <a:r>
              <a:rPr kumimoji="1" lang="en-US" altLang="ko-KR" dirty="0"/>
              <a:t>O(n^2)</a:t>
            </a:r>
            <a:r>
              <a:rPr kumimoji="1" lang="ko-KR" altLang="en-US" dirty="0"/>
              <a:t>이 된다</a:t>
            </a:r>
            <a:r>
              <a:rPr kumimoji="1" lang="en-US" altLang="ko-KR" dirty="0"/>
              <a:t>.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065355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내용 개체 틀 4" descr="텍스트, 폰트, 스크린샷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FA7D216-5B0D-0945-D07C-AC53DC623D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4018" y="385835"/>
            <a:ext cx="5943600" cy="1079500"/>
          </a:xfrm>
        </p:spPr>
      </p:pic>
      <p:sp>
        <p:nvSpPr>
          <p:cNvPr id="22" name="직사각형 21">
            <a:extLst>
              <a:ext uri="{FF2B5EF4-FFF2-40B4-BE49-F238E27FC236}">
                <a16:creationId xmlns:a16="http://schemas.microsoft.com/office/drawing/2014/main" id="{4C3ACD64-21C6-92F3-5B6B-F4D53A1C7361}"/>
              </a:ext>
            </a:extLst>
          </p:cNvPr>
          <p:cNvSpPr/>
          <p:nvPr/>
        </p:nvSpPr>
        <p:spPr>
          <a:xfrm>
            <a:off x="7093499" y="1702905"/>
            <a:ext cx="768521" cy="614149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solidFill>
                  <a:schemeClr val="tx1"/>
                </a:solidFill>
              </a:rPr>
              <a:t>”Kim”</a:t>
            </a:r>
            <a:endParaRPr kumimoji="1" lang="ko-KR" altLang="en-US" dirty="0">
              <a:solidFill>
                <a:schemeClr val="tx1"/>
              </a:solidFill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F09209CA-8A6F-9A6D-6C9B-0A0D1EF62B92}"/>
              </a:ext>
            </a:extLst>
          </p:cNvPr>
          <p:cNvSpPr/>
          <p:nvPr/>
        </p:nvSpPr>
        <p:spPr>
          <a:xfrm>
            <a:off x="7862020" y="1702904"/>
            <a:ext cx="768521" cy="614149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solidFill>
                  <a:schemeClr val="tx1"/>
                </a:solidFill>
              </a:rPr>
              <a:t>null</a:t>
            </a:r>
            <a:endParaRPr kumimoji="1" lang="ko-KR" altLang="en-US" dirty="0">
              <a:solidFill>
                <a:schemeClr val="tx1"/>
              </a:solidFill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14C20BBF-2C89-9BB6-4E7A-93F7E9472178}"/>
              </a:ext>
            </a:extLst>
          </p:cNvPr>
          <p:cNvSpPr/>
          <p:nvPr/>
        </p:nvSpPr>
        <p:spPr>
          <a:xfrm>
            <a:off x="5711739" y="1702904"/>
            <a:ext cx="768521" cy="614149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solidFill>
                  <a:srgbClr val="FF0000"/>
                </a:solidFill>
              </a:rPr>
              <a:t>3000</a:t>
            </a:r>
            <a:endParaRPr kumimoji="1" lang="ko-KR" altLang="en-US" dirty="0">
              <a:solidFill>
                <a:srgbClr val="FF0000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CEBD0C6-29F1-3467-FA98-A350390F220E}"/>
              </a:ext>
            </a:extLst>
          </p:cNvPr>
          <p:cNvSpPr txBox="1"/>
          <p:nvPr/>
        </p:nvSpPr>
        <p:spPr>
          <a:xfrm>
            <a:off x="7050031" y="1394727"/>
            <a:ext cx="768522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1500" dirty="0">
                <a:solidFill>
                  <a:srgbClr val="FF0000"/>
                </a:solidFill>
              </a:rPr>
              <a:t>3000</a:t>
            </a:r>
            <a:endParaRPr lang="ko-KR" altLang="en-US" sz="15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AB67E7E-6B27-686C-AFBE-DEA1AFE54783}"/>
              </a:ext>
            </a:extLst>
          </p:cNvPr>
          <p:cNvSpPr txBox="1"/>
          <p:nvPr/>
        </p:nvSpPr>
        <p:spPr>
          <a:xfrm>
            <a:off x="1622310" y="1825313"/>
            <a:ext cx="39549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ko-KR" dirty="0"/>
              <a:t>Node </a:t>
            </a:r>
            <a:r>
              <a:rPr lang="en" altLang="ko-KR" dirty="0" err="1"/>
              <a:t>nodeKim</a:t>
            </a:r>
            <a:r>
              <a:rPr lang="en" altLang="ko-KR" dirty="0"/>
              <a:t> = new Node("Kim")</a:t>
            </a:r>
            <a:r>
              <a:rPr lang="en-US" altLang="ko-KR" dirty="0"/>
              <a:t>;</a:t>
            </a:r>
            <a:endParaRPr kumimoji="1" lang="en-US" altLang="ko-KR" dirty="0"/>
          </a:p>
        </p:txBody>
      </p: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AFFBC2A8-CCBE-0465-44C2-02C57FA43303}"/>
              </a:ext>
            </a:extLst>
          </p:cNvPr>
          <p:cNvCxnSpPr>
            <a:stCxn id="24" idx="3"/>
            <a:endCxn id="22" idx="1"/>
          </p:cNvCxnSpPr>
          <p:nvPr/>
        </p:nvCxnSpPr>
        <p:spPr>
          <a:xfrm>
            <a:off x="6480260" y="2009979"/>
            <a:ext cx="613239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24D300CB-4D3A-382B-F7BC-3AE1E1E7956C}"/>
              </a:ext>
            </a:extLst>
          </p:cNvPr>
          <p:cNvSpPr/>
          <p:nvPr/>
        </p:nvSpPr>
        <p:spPr>
          <a:xfrm>
            <a:off x="7093499" y="2683448"/>
            <a:ext cx="768521" cy="614149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solidFill>
                  <a:schemeClr val="tx1"/>
                </a:solidFill>
              </a:rPr>
              <a:t>”Lee”</a:t>
            </a:r>
            <a:endParaRPr kumimoji="1" lang="ko-KR" altLang="en-US" dirty="0">
              <a:solidFill>
                <a:schemeClr val="tx1"/>
              </a:solidFill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BA0888E4-36A8-6D79-52D9-0A53A7B986C1}"/>
              </a:ext>
            </a:extLst>
          </p:cNvPr>
          <p:cNvSpPr/>
          <p:nvPr/>
        </p:nvSpPr>
        <p:spPr>
          <a:xfrm>
            <a:off x="7862020" y="2683447"/>
            <a:ext cx="768521" cy="614149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solidFill>
                  <a:schemeClr val="tx1"/>
                </a:solidFill>
              </a:rPr>
              <a:t>null</a:t>
            </a:r>
            <a:endParaRPr kumimoji="1" lang="ko-KR" altLang="en-US" dirty="0">
              <a:solidFill>
                <a:schemeClr val="tx1"/>
              </a:solidFill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361BA2AB-970D-65BC-351A-612211E12CEA}"/>
              </a:ext>
            </a:extLst>
          </p:cNvPr>
          <p:cNvSpPr/>
          <p:nvPr/>
        </p:nvSpPr>
        <p:spPr>
          <a:xfrm>
            <a:off x="5711739" y="2683447"/>
            <a:ext cx="768521" cy="614149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solidFill>
                  <a:srgbClr val="FF0000"/>
                </a:solidFill>
              </a:rPr>
              <a:t>5000</a:t>
            </a:r>
            <a:endParaRPr kumimoji="1" lang="ko-KR" altLang="en-US" dirty="0">
              <a:solidFill>
                <a:srgbClr val="FF0000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0F0C96E-A436-CB35-D462-482BC71C3AEB}"/>
              </a:ext>
            </a:extLst>
          </p:cNvPr>
          <p:cNvSpPr txBox="1"/>
          <p:nvPr/>
        </p:nvSpPr>
        <p:spPr>
          <a:xfrm>
            <a:off x="7093498" y="2376373"/>
            <a:ext cx="768522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1500" dirty="0">
                <a:solidFill>
                  <a:srgbClr val="FF0000"/>
                </a:solidFill>
              </a:rPr>
              <a:t>5000</a:t>
            </a:r>
            <a:endParaRPr lang="ko-KR" altLang="en-US" sz="15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2BEEE12-358D-381C-0B8A-791CF0FA6D7E}"/>
              </a:ext>
            </a:extLst>
          </p:cNvPr>
          <p:cNvSpPr txBox="1"/>
          <p:nvPr/>
        </p:nvSpPr>
        <p:spPr>
          <a:xfrm>
            <a:off x="1622310" y="2805856"/>
            <a:ext cx="38621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ko-KR" dirty="0"/>
              <a:t>Node </a:t>
            </a:r>
            <a:r>
              <a:rPr lang="en" altLang="ko-KR" dirty="0" err="1"/>
              <a:t>nodeLee</a:t>
            </a:r>
            <a:r>
              <a:rPr lang="en" altLang="ko-KR" dirty="0"/>
              <a:t> = new Node(”Lee")</a:t>
            </a:r>
            <a:r>
              <a:rPr lang="en-US" altLang="ko-KR" dirty="0"/>
              <a:t>;</a:t>
            </a:r>
            <a:endParaRPr kumimoji="1" lang="en-US" altLang="ko-KR" dirty="0"/>
          </a:p>
        </p:txBody>
      </p: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0AE956EA-F936-59F4-4031-AF8C5281DF1F}"/>
              </a:ext>
            </a:extLst>
          </p:cNvPr>
          <p:cNvCxnSpPr>
            <a:stCxn id="30" idx="3"/>
            <a:endCxn id="28" idx="1"/>
          </p:cNvCxnSpPr>
          <p:nvPr/>
        </p:nvCxnSpPr>
        <p:spPr>
          <a:xfrm>
            <a:off x="6480260" y="2990522"/>
            <a:ext cx="613239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A1A1B05D-40A7-C98F-D6C7-525CB9420457}"/>
              </a:ext>
            </a:extLst>
          </p:cNvPr>
          <p:cNvSpPr/>
          <p:nvPr/>
        </p:nvSpPr>
        <p:spPr>
          <a:xfrm>
            <a:off x="7093499" y="3695120"/>
            <a:ext cx="768521" cy="614149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solidFill>
                  <a:schemeClr val="tx1"/>
                </a:solidFill>
              </a:rPr>
              <a:t>”Park”</a:t>
            </a:r>
            <a:endParaRPr kumimoji="1" lang="ko-KR" altLang="en-US" dirty="0">
              <a:solidFill>
                <a:schemeClr val="tx1"/>
              </a:solidFill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322DC77C-3171-FB6A-3326-AC94AD721423}"/>
              </a:ext>
            </a:extLst>
          </p:cNvPr>
          <p:cNvSpPr/>
          <p:nvPr/>
        </p:nvSpPr>
        <p:spPr>
          <a:xfrm>
            <a:off x="7862020" y="3695119"/>
            <a:ext cx="768521" cy="614149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solidFill>
                  <a:schemeClr val="tx1"/>
                </a:solidFill>
              </a:rPr>
              <a:t>null</a:t>
            </a:r>
            <a:endParaRPr kumimoji="1" lang="ko-KR" altLang="en-US" dirty="0">
              <a:solidFill>
                <a:schemeClr val="tx1"/>
              </a:solidFill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9872AE5B-4330-EF7A-C812-26641A9CB391}"/>
              </a:ext>
            </a:extLst>
          </p:cNvPr>
          <p:cNvSpPr/>
          <p:nvPr/>
        </p:nvSpPr>
        <p:spPr>
          <a:xfrm>
            <a:off x="5711739" y="3695119"/>
            <a:ext cx="768521" cy="614149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solidFill>
                  <a:srgbClr val="FF0000"/>
                </a:solidFill>
              </a:rPr>
              <a:t>2000</a:t>
            </a:r>
            <a:endParaRPr kumimoji="1" lang="ko-KR" altLang="en-US" dirty="0">
              <a:solidFill>
                <a:srgbClr val="FF0000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12C76A5-EAF1-7640-264E-83C1290197CC}"/>
              </a:ext>
            </a:extLst>
          </p:cNvPr>
          <p:cNvSpPr txBox="1"/>
          <p:nvPr/>
        </p:nvSpPr>
        <p:spPr>
          <a:xfrm>
            <a:off x="7093498" y="3388045"/>
            <a:ext cx="768522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1500" dirty="0">
                <a:solidFill>
                  <a:srgbClr val="FF0000"/>
                </a:solidFill>
              </a:rPr>
              <a:t>2000</a:t>
            </a:r>
            <a:endParaRPr lang="ko-KR" altLang="en-US" sz="150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1C90D64-8280-D1FD-EBD2-65F7B2FB4D9C}"/>
              </a:ext>
            </a:extLst>
          </p:cNvPr>
          <p:cNvSpPr txBox="1"/>
          <p:nvPr/>
        </p:nvSpPr>
        <p:spPr>
          <a:xfrm>
            <a:off x="1622310" y="3817528"/>
            <a:ext cx="40446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ko-KR" dirty="0"/>
              <a:t>Node </a:t>
            </a:r>
            <a:r>
              <a:rPr lang="en" altLang="ko-KR" dirty="0" err="1"/>
              <a:t>nodePark</a:t>
            </a:r>
            <a:r>
              <a:rPr lang="en" altLang="ko-KR" dirty="0"/>
              <a:t> = new Node(”Park")</a:t>
            </a:r>
            <a:r>
              <a:rPr lang="en-US" altLang="ko-KR" dirty="0"/>
              <a:t>;</a:t>
            </a:r>
            <a:endParaRPr kumimoji="1" lang="en-US" altLang="ko-KR" dirty="0"/>
          </a:p>
        </p:txBody>
      </p: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6B08F8B2-EDA8-BCB5-C82A-BE2997348C9B}"/>
              </a:ext>
            </a:extLst>
          </p:cNvPr>
          <p:cNvCxnSpPr>
            <a:stCxn id="36" idx="3"/>
            <a:endCxn id="34" idx="1"/>
          </p:cNvCxnSpPr>
          <p:nvPr/>
        </p:nvCxnSpPr>
        <p:spPr>
          <a:xfrm>
            <a:off x="6480260" y="4002194"/>
            <a:ext cx="613239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7963C67C-1CFB-679A-0A53-0B856CB6C989}"/>
              </a:ext>
            </a:extLst>
          </p:cNvPr>
          <p:cNvSpPr txBox="1"/>
          <p:nvPr/>
        </p:nvSpPr>
        <p:spPr>
          <a:xfrm>
            <a:off x="2775092" y="4897446"/>
            <a:ext cx="28554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ko-KR" dirty="0" err="1"/>
              <a:t>nodeKim</a:t>
            </a:r>
            <a:r>
              <a:rPr lang="en" altLang="ko-KR" dirty="0"/>
              <a:t>.</a:t>
            </a:r>
            <a:r>
              <a:rPr lang="en-US" altLang="ko-KR" dirty="0"/>
              <a:t>link</a:t>
            </a:r>
            <a:r>
              <a:rPr lang="en" altLang="ko-KR" dirty="0"/>
              <a:t> = </a:t>
            </a:r>
            <a:r>
              <a:rPr lang="en" altLang="ko-KR" dirty="0" err="1"/>
              <a:t>nodeLee</a:t>
            </a:r>
            <a:r>
              <a:rPr lang="en" altLang="ko-KR" dirty="0"/>
              <a:t>;</a:t>
            </a:r>
            <a:endParaRPr lang="ko-KR" altLang="en-US" dirty="0"/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62FAFE92-DE51-7D7A-26AD-A67CCD45C88C}"/>
              </a:ext>
            </a:extLst>
          </p:cNvPr>
          <p:cNvSpPr/>
          <p:nvPr/>
        </p:nvSpPr>
        <p:spPr>
          <a:xfrm>
            <a:off x="5711739" y="4837295"/>
            <a:ext cx="768521" cy="614149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solidFill>
                  <a:schemeClr val="tx1"/>
                </a:solidFill>
              </a:rPr>
              <a:t>”Kim”</a:t>
            </a:r>
            <a:endParaRPr kumimoji="1" lang="ko-KR" altLang="en-US" dirty="0">
              <a:solidFill>
                <a:schemeClr val="tx1"/>
              </a:solidFill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A15B4846-C9D8-0A85-0AFE-EAB183D6E9C7}"/>
              </a:ext>
            </a:extLst>
          </p:cNvPr>
          <p:cNvSpPr/>
          <p:nvPr/>
        </p:nvSpPr>
        <p:spPr>
          <a:xfrm>
            <a:off x="6480260" y="4837294"/>
            <a:ext cx="768521" cy="614149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solidFill>
                  <a:srgbClr val="FF0000"/>
                </a:solidFill>
              </a:rPr>
              <a:t>5000</a:t>
            </a:r>
            <a:endParaRPr kumimoji="1" lang="ko-KR" altLang="en-US" dirty="0">
              <a:solidFill>
                <a:srgbClr val="FF0000"/>
              </a:solidFill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70257CFA-8A39-9578-BFF9-6DDCC07EF9B7}"/>
              </a:ext>
            </a:extLst>
          </p:cNvPr>
          <p:cNvSpPr/>
          <p:nvPr/>
        </p:nvSpPr>
        <p:spPr>
          <a:xfrm>
            <a:off x="7862020" y="4837294"/>
            <a:ext cx="768521" cy="614149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solidFill>
                  <a:schemeClr val="tx1"/>
                </a:solidFill>
              </a:rPr>
              <a:t>”Lee”</a:t>
            </a:r>
            <a:endParaRPr kumimoji="1" lang="ko-KR" altLang="en-US" dirty="0">
              <a:solidFill>
                <a:schemeClr val="tx1"/>
              </a:solidFill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6C13B096-BF84-08C0-2F98-D06DECA34B15}"/>
              </a:ext>
            </a:extLst>
          </p:cNvPr>
          <p:cNvSpPr/>
          <p:nvPr/>
        </p:nvSpPr>
        <p:spPr>
          <a:xfrm>
            <a:off x="8630541" y="4837293"/>
            <a:ext cx="768521" cy="614149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solidFill>
                  <a:schemeClr val="tx1"/>
                </a:solidFill>
              </a:rPr>
              <a:t>null</a:t>
            </a:r>
            <a:endParaRPr kumimoji="1" lang="ko-KR" altLang="en-US" dirty="0">
              <a:solidFill>
                <a:schemeClr val="tx1"/>
              </a:solidFill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49F045D-AB5E-F7F5-BDE7-3B7EB49C0B1A}"/>
              </a:ext>
            </a:extLst>
          </p:cNvPr>
          <p:cNvSpPr txBox="1"/>
          <p:nvPr/>
        </p:nvSpPr>
        <p:spPr>
          <a:xfrm>
            <a:off x="7862019" y="4530219"/>
            <a:ext cx="768522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1500" dirty="0">
                <a:solidFill>
                  <a:srgbClr val="FF0000"/>
                </a:solidFill>
              </a:rPr>
              <a:t>5000</a:t>
            </a:r>
            <a:endParaRPr lang="ko-KR" altLang="en-US" sz="1500" dirty="0"/>
          </a:p>
        </p:txBody>
      </p:sp>
      <p:cxnSp>
        <p:nvCxnSpPr>
          <p:cNvPr id="51" name="직선 화살표 연결선 50">
            <a:extLst>
              <a:ext uri="{FF2B5EF4-FFF2-40B4-BE49-F238E27FC236}">
                <a16:creationId xmlns:a16="http://schemas.microsoft.com/office/drawing/2014/main" id="{EDB1E38A-F2A6-08A8-B0A3-FD509E355B29}"/>
              </a:ext>
            </a:extLst>
          </p:cNvPr>
          <p:cNvCxnSpPr>
            <a:cxnSpLocks/>
            <a:endCxn id="47" idx="1"/>
          </p:cNvCxnSpPr>
          <p:nvPr/>
        </p:nvCxnSpPr>
        <p:spPr>
          <a:xfrm>
            <a:off x="7248781" y="5144368"/>
            <a:ext cx="613239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30517929-FF8B-9B43-9E11-85081767CB2E}"/>
              </a:ext>
            </a:extLst>
          </p:cNvPr>
          <p:cNvSpPr txBox="1"/>
          <p:nvPr/>
        </p:nvSpPr>
        <p:spPr>
          <a:xfrm>
            <a:off x="2775092" y="5948624"/>
            <a:ext cx="28554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ko-KR" dirty="0" err="1"/>
              <a:t>nodeLee</a:t>
            </a:r>
            <a:r>
              <a:rPr lang="en" altLang="ko-KR" dirty="0"/>
              <a:t>.</a:t>
            </a:r>
            <a:r>
              <a:rPr lang="en-US" altLang="ko-KR" dirty="0"/>
              <a:t>link</a:t>
            </a:r>
            <a:r>
              <a:rPr lang="en" altLang="ko-KR" dirty="0"/>
              <a:t> = </a:t>
            </a:r>
            <a:r>
              <a:rPr lang="en" altLang="ko-KR" dirty="0" err="1"/>
              <a:t>nodePark</a:t>
            </a:r>
            <a:r>
              <a:rPr lang="en" altLang="ko-KR" dirty="0"/>
              <a:t>;</a:t>
            </a:r>
            <a:endParaRPr lang="ko-KR" altLang="en-US" dirty="0"/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8ACE59C0-E25D-5338-48CA-06046DAE6BB5}"/>
              </a:ext>
            </a:extLst>
          </p:cNvPr>
          <p:cNvSpPr/>
          <p:nvPr/>
        </p:nvSpPr>
        <p:spPr>
          <a:xfrm>
            <a:off x="5711739" y="5858016"/>
            <a:ext cx="768521" cy="614149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solidFill>
                  <a:schemeClr val="tx1"/>
                </a:solidFill>
              </a:rPr>
              <a:t>”Lee”</a:t>
            </a:r>
            <a:endParaRPr kumimoji="1" lang="ko-KR" altLang="en-US" dirty="0">
              <a:solidFill>
                <a:schemeClr val="tx1"/>
              </a:solidFill>
            </a:endParaRP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ABF4E8D2-9B4D-F7EA-CB87-FD115366CD74}"/>
              </a:ext>
            </a:extLst>
          </p:cNvPr>
          <p:cNvSpPr/>
          <p:nvPr/>
        </p:nvSpPr>
        <p:spPr>
          <a:xfrm>
            <a:off x="6480260" y="5858015"/>
            <a:ext cx="768521" cy="614149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solidFill>
                  <a:srgbClr val="FF0000"/>
                </a:solidFill>
              </a:rPr>
              <a:t>2000</a:t>
            </a:r>
            <a:endParaRPr kumimoji="1" lang="ko-KR" altLang="en-US" dirty="0">
              <a:solidFill>
                <a:srgbClr val="FF0000"/>
              </a:solidFill>
            </a:endParaRP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DA52C69B-BC28-2EAA-309C-A8F597436BFD}"/>
              </a:ext>
            </a:extLst>
          </p:cNvPr>
          <p:cNvSpPr/>
          <p:nvPr/>
        </p:nvSpPr>
        <p:spPr>
          <a:xfrm>
            <a:off x="7862020" y="5858015"/>
            <a:ext cx="768521" cy="614149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solidFill>
                  <a:schemeClr val="tx1"/>
                </a:solidFill>
              </a:rPr>
              <a:t>”Park”</a:t>
            </a:r>
            <a:endParaRPr kumimoji="1" lang="ko-KR" altLang="en-US" dirty="0">
              <a:solidFill>
                <a:schemeClr val="tx1"/>
              </a:solidFill>
            </a:endParaRP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5832A614-09C9-E741-EE5E-4AAD5C1EC36F}"/>
              </a:ext>
            </a:extLst>
          </p:cNvPr>
          <p:cNvSpPr/>
          <p:nvPr/>
        </p:nvSpPr>
        <p:spPr>
          <a:xfrm>
            <a:off x="8630541" y="5858014"/>
            <a:ext cx="768521" cy="614149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solidFill>
                  <a:schemeClr val="tx1"/>
                </a:solidFill>
              </a:rPr>
              <a:t>null</a:t>
            </a:r>
            <a:endParaRPr kumimoji="1" lang="ko-KR" altLang="en-US" dirty="0">
              <a:solidFill>
                <a:schemeClr val="tx1"/>
              </a:solidFill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7DB0FC6-D060-7003-4CD2-109D0C39988A}"/>
              </a:ext>
            </a:extLst>
          </p:cNvPr>
          <p:cNvSpPr txBox="1"/>
          <p:nvPr/>
        </p:nvSpPr>
        <p:spPr>
          <a:xfrm>
            <a:off x="7862019" y="5550940"/>
            <a:ext cx="768522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1500" dirty="0">
                <a:solidFill>
                  <a:srgbClr val="FF0000"/>
                </a:solidFill>
              </a:rPr>
              <a:t>2000</a:t>
            </a:r>
            <a:endParaRPr lang="ko-KR" altLang="en-US" sz="1500" dirty="0"/>
          </a:p>
        </p:txBody>
      </p:sp>
      <p:cxnSp>
        <p:nvCxnSpPr>
          <p:cNvPr id="61" name="직선 화살표 연결선 60">
            <a:extLst>
              <a:ext uri="{FF2B5EF4-FFF2-40B4-BE49-F238E27FC236}">
                <a16:creationId xmlns:a16="http://schemas.microsoft.com/office/drawing/2014/main" id="{24AEE3F7-FC90-4DB4-3631-E7176F7D07A8}"/>
              </a:ext>
            </a:extLst>
          </p:cNvPr>
          <p:cNvCxnSpPr>
            <a:endCxn id="58" idx="1"/>
          </p:cNvCxnSpPr>
          <p:nvPr/>
        </p:nvCxnSpPr>
        <p:spPr>
          <a:xfrm>
            <a:off x="7248781" y="6165089"/>
            <a:ext cx="613239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370923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7B1F1FBE-E5EB-5640-B31B-5A701C08EA5B}"/>
              </a:ext>
            </a:extLst>
          </p:cNvPr>
          <p:cNvSpPr/>
          <p:nvPr/>
        </p:nvSpPr>
        <p:spPr>
          <a:xfrm>
            <a:off x="3152425" y="1683598"/>
            <a:ext cx="768521" cy="614149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solidFill>
                  <a:schemeClr val="tx1"/>
                </a:solidFill>
              </a:rPr>
              <a:t>”Kim”</a:t>
            </a:r>
            <a:endParaRPr kumimoji="1" lang="ko-KR" altLang="en-US" dirty="0">
              <a:solidFill>
                <a:schemeClr val="tx1"/>
              </a:solidFill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04F390D-A938-2CAE-CFF3-CD5A40D34FC5}"/>
              </a:ext>
            </a:extLst>
          </p:cNvPr>
          <p:cNvSpPr/>
          <p:nvPr/>
        </p:nvSpPr>
        <p:spPr>
          <a:xfrm>
            <a:off x="3920946" y="1683597"/>
            <a:ext cx="768521" cy="614149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solidFill>
                  <a:srgbClr val="FF0000"/>
                </a:solidFill>
              </a:rPr>
              <a:t>5000</a:t>
            </a:r>
            <a:endParaRPr kumimoji="1" lang="ko-KR" altLang="en-US" dirty="0">
              <a:solidFill>
                <a:srgbClr val="FF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EC7A17D-27A9-1B45-0284-0BFB96FA30C9}"/>
              </a:ext>
            </a:extLst>
          </p:cNvPr>
          <p:cNvSpPr txBox="1"/>
          <p:nvPr/>
        </p:nvSpPr>
        <p:spPr>
          <a:xfrm>
            <a:off x="5302705" y="1376522"/>
            <a:ext cx="768522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1500" dirty="0">
                <a:solidFill>
                  <a:srgbClr val="FF0000"/>
                </a:solidFill>
              </a:rPr>
              <a:t>5000</a:t>
            </a:r>
            <a:endParaRPr lang="ko-KR" altLang="en-US" sz="1500" dirty="0"/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6F8BA5E6-863C-D2AF-9B26-BA74DF6E5611}"/>
              </a:ext>
            </a:extLst>
          </p:cNvPr>
          <p:cNvCxnSpPr>
            <a:cxnSpLocks/>
          </p:cNvCxnSpPr>
          <p:nvPr/>
        </p:nvCxnSpPr>
        <p:spPr>
          <a:xfrm>
            <a:off x="4689467" y="1990671"/>
            <a:ext cx="613239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966E775-C6A7-2DA8-F085-C0ACBA39F752}"/>
              </a:ext>
            </a:extLst>
          </p:cNvPr>
          <p:cNvSpPr/>
          <p:nvPr/>
        </p:nvSpPr>
        <p:spPr>
          <a:xfrm>
            <a:off x="5302705" y="1699688"/>
            <a:ext cx="768521" cy="614149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solidFill>
                  <a:schemeClr val="tx1"/>
                </a:solidFill>
              </a:rPr>
              <a:t>”Lee”</a:t>
            </a:r>
            <a:endParaRPr kumimoji="1" lang="ko-KR" altLang="en-US" dirty="0">
              <a:solidFill>
                <a:schemeClr val="tx1"/>
              </a:solidFill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55D110B0-9494-19D5-82D5-8C3DE5DF93D4}"/>
              </a:ext>
            </a:extLst>
          </p:cNvPr>
          <p:cNvSpPr/>
          <p:nvPr/>
        </p:nvSpPr>
        <p:spPr>
          <a:xfrm>
            <a:off x="6071226" y="1699687"/>
            <a:ext cx="768521" cy="614149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solidFill>
                  <a:srgbClr val="FF0000"/>
                </a:solidFill>
              </a:rPr>
              <a:t>2000</a:t>
            </a:r>
            <a:endParaRPr kumimoji="1" lang="ko-KR" altLang="en-US" dirty="0">
              <a:solidFill>
                <a:srgbClr val="FF0000"/>
              </a:solidFill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10E754A-5100-D6E2-E041-61A956E76E9C}"/>
              </a:ext>
            </a:extLst>
          </p:cNvPr>
          <p:cNvSpPr/>
          <p:nvPr/>
        </p:nvSpPr>
        <p:spPr>
          <a:xfrm>
            <a:off x="7452986" y="1699687"/>
            <a:ext cx="768521" cy="614149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solidFill>
                  <a:schemeClr val="tx1"/>
                </a:solidFill>
              </a:rPr>
              <a:t>”Park”</a:t>
            </a:r>
            <a:endParaRPr kumimoji="1" lang="ko-KR" altLang="en-US" dirty="0">
              <a:solidFill>
                <a:schemeClr val="tx1"/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5901EEB3-DF9C-10DF-6059-2CA1FA1FA521}"/>
              </a:ext>
            </a:extLst>
          </p:cNvPr>
          <p:cNvSpPr/>
          <p:nvPr/>
        </p:nvSpPr>
        <p:spPr>
          <a:xfrm>
            <a:off x="8221507" y="1699686"/>
            <a:ext cx="768521" cy="614149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solidFill>
                  <a:schemeClr val="tx1"/>
                </a:solidFill>
              </a:rPr>
              <a:t>null</a:t>
            </a:r>
            <a:endParaRPr kumimoji="1"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FF1F85E-6A4E-2C33-6EA7-4B61289F7693}"/>
              </a:ext>
            </a:extLst>
          </p:cNvPr>
          <p:cNvSpPr txBox="1"/>
          <p:nvPr/>
        </p:nvSpPr>
        <p:spPr>
          <a:xfrm>
            <a:off x="7452985" y="1392612"/>
            <a:ext cx="768522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1500" dirty="0">
                <a:solidFill>
                  <a:srgbClr val="FF0000"/>
                </a:solidFill>
              </a:rPr>
              <a:t>2000</a:t>
            </a:r>
            <a:endParaRPr lang="ko-KR" altLang="en-US" sz="1500" dirty="0"/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A1F5D828-57C0-7BE3-A912-B9EA98E71A48}"/>
              </a:ext>
            </a:extLst>
          </p:cNvPr>
          <p:cNvCxnSpPr>
            <a:endCxn id="12" idx="1"/>
          </p:cNvCxnSpPr>
          <p:nvPr/>
        </p:nvCxnSpPr>
        <p:spPr>
          <a:xfrm>
            <a:off x="6839747" y="2006761"/>
            <a:ext cx="613239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6EA0B890-DBD7-4047-5BF7-B9915BFBD278}"/>
              </a:ext>
            </a:extLst>
          </p:cNvPr>
          <p:cNvSpPr txBox="1"/>
          <p:nvPr/>
        </p:nvSpPr>
        <p:spPr>
          <a:xfrm>
            <a:off x="521041" y="2927986"/>
            <a:ext cx="22583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ko-KR" dirty="0"/>
              <a:t>Node L = </a:t>
            </a:r>
            <a:r>
              <a:rPr lang="en" altLang="ko-KR" dirty="0" err="1"/>
              <a:t>nodeKim</a:t>
            </a:r>
            <a:r>
              <a:rPr lang="en" altLang="ko-KR" dirty="0"/>
              <a:t>;</a:t>
            </a:r>
            <a:endParaRPr lang="ko-KR" altLang="en-US" dirty="0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63D765D8-69F5-6664-65B0-83363B176073}"/>
              </a:ext>
            </a:extLst>
          </p:cNvPr>
          <p:cNvSpPr/>
          <p:nvPr/>
        </p:nvSpPr>
        <p:spPr>
          <a:xfrm>
            <a:off x="4558958" y="2895806"/>
            <a:ext cx="768521" cy="614149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solidFill>
                  <a:schemeClr val="tx1"/>
                </a:solidFill>
              </a:rPr>
              <a:t>”Kim”</a:t>
            </a:r>
            <a:endParaRPr kumimoji="1" lang="ko-KR" altLang="en-US" dirty="0">
              <a:solidFill>
                <a:schemeClr val="tx1"/>
              </a:solidFill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32A787CA-CF78-83FC-9AE4-4355BEE4590D}"/>
              </a:ext>
            </a:extLst>
          </p:cNvPr>
          <p:cNvSpPr/>
          <p:nvPr/>
        </p:nvSpPr>
        <p:spPr>
          <a:xfrm>
            <a:off x="5327479" y="2895805"/>
            <a:ext cx="768521" cy="614149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solidFill>
                  <a:srgbClr val="FF0000"/>
                </a:solidFill>
              </a:rPr>
              <a:t>5000</a:t>
            </a:r>
            <a:endParaRPr kumimoji="1" lang="ko-KR" altLang="en-US" dirty="0">
              <a:solidFill>
                <a:srgbClr val="FF0000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00B7D53-C1EF-F128-823C-53DB5D3D8A18}"/>
              </a:ext>
            </a:extLst>
          </p:cNvPr>
          <p:cNvSpPr txBox="1"/>
          <p:nvPr/>
        </p:nvSpPr>
        <p:spPr>
          <a:xfrm>
            <a:off x="6709238" y="2588730"/>
            <a:ext cx="768522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1500" dirty="0">
                <a:solidFill>
                  <a:srgbClr val="FF0000"/>
                </a:solidFill>
              </a:rPr>
              <a:t>5000</a:t>
            </a:r>
            <a:endParaRPr lang="ko-KR" altLang="en-US" sz="1500" dirty="0"/>
          </a:p>
        </p:txBody>
      </p: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B1FD608A-7FFB-E916-C553-3E695E426A19}"/>
              </a:ext>
            </a:extLst>
          </p:cNvPr>
          <p:cNvCxnSpPr>
            <a:cxnSpLocks/>
          </p:cNvCxnSpPr>
          <p:nvPr/>
        </p:nvCxnSpPr>
        <p:spPr>
          <a:xfrm>
            <a:off x="6096000" y="3202879"/>
            <a:ext cx="613239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700A70E6-0703-FB73-F7AD-41DEBDD34061}"/>
              </a:ext>
            </a:extLst>
          </p:cNvPr>
          <p:cNvSpPr/>
          <p:nvPr/>
        </p:nvSpPr>
        <p:spPr>
          <a:xfrm>
            <a:off x="6709238" y="2911896"/>
            <a:ext cx="768521" cy="614149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solidFill>
                  <a:schemeClr val="tx1"/>
                </a:solidFill>
              </a:rPr>
              <a:t>”Lee”</a:t>
            </a:r>
            <a:endParaRPr kumimoji="1" lang="ko-KR" altLang="en-US" dirty="0">
              <a:solidFill>
                <a:schemeClr val="tx1"/>
              </a:solidFill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E9269B00-FED0-FF7C-F06E-D504D7B5A9A7}"/>
              </a:ext>
            </a:extLst>
          </p:cNvPr>
          <p:cNvSpPr/>
          <p:nvPr/>
        </p:nvSpPr>
        <p:spPr>
          <a:xfrm>
            <a:off x="7477759" y="2911895"/>
            <a:ext cx="768521" cy="614149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solidFill>
                  <a:srgbClr val="FF0000"/>
                </a:solidFill>
              </a:rPr>
              <a:t>2000</a:t>
            </a:r>
            <a:endParaRPr kumimoji="1" lang="ko-KR" altLang="en-US" dirty="0">
              <a:solidFill>
                <a:srgbClr val="FF0000"/>
              </a:solidFill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0FDB3243-C07B-328F-5AA8-E7C61542D797}"/>
              </a:ext>
            </a:extLst>
          </p:cNvPr>
          <p:cNvSpPr/>
          <p:nvPr/>
        </p:nvSpPr>
        <p:spPr>
          <a:xfrm>
            <a:off x="8859519" y="2911895"/>
            <a:ext cx="768521" cy="614149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solidFill>
                  <a:schemeClr val="tx1"/>
                </a:solidFill>
              </a:rPr>
              <a:t>”Park”</a:t>
            </a:r>
            <a:endParaRPr kumimoji="1" lang="ko-KR" altLang="en-US" dirty="0">
              <a:solidFill>
                <a:schemeClr val="tx1"/>
              </a:solidFill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E79C2C07-BEED-53B1-A9FA-2A753AC8423B}"/>
              </a:ext>
            </a:extLst>
          </p:cNvPr>
          <p:cNvSpPr/>
          <p:nvPr/>
        </p:nvSpPr>
        <p:spPr>
          <a:xfrm>
            <a:off x="9628040" y="2911894"/>
            <a:ext cx="768521" cy="614149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solidFill>
                  <a:schemeClr val="tx1"/>
                </a:solidFill>
              </a:rPr>
              <a:t>null</a:t>
            </a:r>
            <a:endParaRPr kumimoji="1" lang="ko-KR" altLang="en-US" dirty="0">
              <a:solidFill>
                <a:schemeClr val="tx1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D2A018E-893C-7311-65B6-4EF7D08137D6}"/>
              </a:ext>
            </a:extLst>
          </p:cNvPr>
          <p:cNvSpPr txBox="1"/>
          <p:nvPr/>
        </p:nvSpPr>
        <p:spPr>
          <a:xfrm>
            <a:off x="8859518" y="2604820"/>
            <a:ext cx="768522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1500" dirty="0">
                <a:solidFill>
                  <a:srgbClr val="FF0000"/>
                </a:solidFill>
              </a:rPr>
              <a:t>2000</a:t>
            </a:r>
            <a:endParaRPr lang="ko-KR" altLang="en-US" sz="1500" dirty="0"/>
          </a:p>
        </p:txBody>
      </p: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F23A1BD1-8A54-87AA-FD74-A952F89E870B}"/>
              </a:ext>
            </a:extLst>
          </p:cNvPr>
          <p:cNvCxnSpPr>
            <a:endCxn id="24" idx="1"/>
          </p:cNvCxnSpPr>
          <p:nvPr/>
        </p:nvCxnSpPr>
        <p:spPr>
          <a:xfrm>
            <a:off x="8246280" y="3218969"/>
            <a:ext cx="613239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27E551AB-3407-70C6-6103-0B717DF6E55F}"/>
              </a:ext>
            </a:extLst>
          </p:cNvPr>
          <p:cNvSpPr/>
          <p:nvPr/>
        </p:nvSpPr>
        <p:spPr>
          <a:xfrm>
            <a:off x="3171988" y="2900782"/>
            <a:ext cx="768521" cy="614149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solidFill>
                  <a:srgbClr val="FF0000"/>
                </a:solidFill>
              </a:rPr>
              <a:t>3000</a:t>
            </a:r>
            <a:endParaRPr kumimoji="1" lang="ko-KR" altLang="en-US" dirty="0">
              <a:solidFill>
                <a:srgbClr val="FF0000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279085D-DAFE-565E-BD67-A0BD00AFA231}"/>
              </a:ext>
            </a:extLst>
          </p:cNvPr>
          <p:cNvSpPr txBox="1"/>
          <p:nvPr/>
        </p:nvSpPr>
        <p:spPr>
          <a:xfrm>
            <a:off x="4514621" y="2575157"/>
            <a:ext cx="768522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1500" dirty="0">
                <a:solidFill>
                  <a:srgbClr val="FF0000"/>
                </a:solidFill>
              </a:rPr>
              <a:t>3000</a:t>
            </a:r>
            <a:endParaRPr lang="ko-KR" altLang="en-US" sz="1500" dirty="0"/>
          </a:p>
        </p:txBody>
      </p: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336FD73E-E6D8-06C3-FD6F-5678B0B021B1}"/>
              </a:ext>
            </a:extLst>
          </p:cNvPr>
          <p:cNvCxnSpPr>
            <a:cxnSpLocks/>
          </p:cNvCxnSpPr>
          <p:nvPr/>
        </p:nvCxnSpPr>
        <p:spPr>
          <a:xfrm>
            <a:off x="3920946" y="3207856"/>
            <a:ext cx="613239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6A993B3C-17AF-E53D-AC93-01BED6951FDD}"/>
              </a:ext>
            </a:extLst>
          </p:cNvPr>
          <p:cNvSpPr txBox="1"/>
          <p:nvPr/>
        </p:nvSpPr>
        <p:spPr>
          <a:xfrm>
            <a:off x="3388229" y="2511147"/>
            <a:ext cx="3360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ko-KR" dirty="0"/>
              <a:t>L</a:t>
            </a:r>
            <a:endParaRPr lang="ko-KR" altLang="en-US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E4D6B95-FEB3-78EE-B8BF-BC18BA26DA5E}"/>
              </a:ext>
            </a:extLst>
          </p:cNvPr>
          <p:cNvSpPr txBox="1"/>
          <p:nvPr/>
        </p:nvSpPr>
        <p:spPr>
          <a:xfrm>
            <a:off x="1510144" y="1822097"/>
            <a:ext cx="12728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이전 결과</a:t>
            </a:r>
          </a:p>
        </p:txBody>
      </p:sp>
    </p:spTree>
    <p:extLst>
      <p:ext uri="{BB962C8B-B14F-4D97-AF65-F5344CB8AC3E}">
        <p14:creationId xmlns:p14="http://schemas.microsoft.com/office/powerpoint/2010/main" val="503569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2E43915D-F403-D0CF-2551-86C03B95E49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97697" y="459024"/>
            <a:ext cx="9493423" cy="813722"/>
          </a:xfr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9BBD8A4C-10E5-C03A-B58C-A44D0F480E0E}"/>
              </a:ext>
            </a:extLst>
          </p:cNvPr>
          <p:cNvSpPr txBox="1"/>
          <p:nvPr/>
        </p:nvSpPr>
        <p:spPr>
          <a:xfrm>
            <a:off x="2929082" y="2052491"/>
            <a:ext cx="5490606" cy="30931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5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// 1. </a:t>
            </a:r>
            <a:r>
              <a:rPr kumimoji="1" lang="ko-KR" altLang="en-US" sz="15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초기 포인터 설정</a:t>
            </a:r>
          </a:p>
          <a:p>
            <a:r>
              <a:rPr kumimoji="1" lang="en" altLang="ko-KR" sz="15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Pointer </a:t>
            </a:r>
            <a:r>
              <a:rPr kumimoji="1" lang="en" altLang="ko-KR" sz="15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prev</a:t>
            </a:r>
            <a:r>
              <a:rPr kumimoji="1" lang="en" altLang="ko-KR" sz="15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= NULL; // </a:t>
            </a:r>
            <a:r>
              <a:rPr kumimoji="1" lang="ko-KR" altLang="en-US" sz="15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마지막 노드의 직전 노드를 찾기 위한 포인터</a:t>
            </a:r>
          </a:p>
          <a:p>
            <a:r>
              <a:rPr kumimoji="1" lang="en" altLang="ko-KR" sz="15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Pointer current = L5; // </a:t>
            </a:r>
            <a:r>
              <a:rPr kumimoji="1" lang="ko-KR" altLang="en-US" sz="15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리스트를 순회하기 위한 포인터</a:t>
            </a:r>
          </a:p>
          <a:p>
            <a:endParaRPr kumimoji="1" lang="ko-KR" altLang="en-US" sz="15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r>
              <a:rPr kumimoji="1" lang="en-US" altLang="ko-KR" sz="15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// 2. </a:t>
            </a:r>
            <a:r>
              <a:rPr kumimoji="1" lang="ko-KR" altLang="en-US" sz="15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마지막 노드와 그 직전 노드</a:t>
            </a:r>
            <a:r>
              <a:rPr kumimoji="1" lang="en-US" altLang="ko-KR" sz="15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kumimoji="1" lang="en" altLang="ko-KR" sz="15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prev</a:t>
            </a:r>
            <a:r>
              <a:rPr kumimoji="1" lang="en" altLang="ko-KR" sz="15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 </a:t>
            </a:r>
            <a:r>
              <a:rPr kumimoji="1" lang="ko-KR" altLang="en-US" sz="15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찾기</a:t>
            </a:r>
          </a:p>
          <a:p>
            <a:r>
              <a:rPr kumimoji="1" lang="en" altLang="ko-KR" sz="15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WHILE (</a:t>
            </a:r>
            <a:r>
              <a:rPr kumimoji="1" lang="en" altLang="ko-KR" sz="15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current.next</a:t>
            </a:r>
            <a:r>
              <a:rPr kumimoji="1" lang="en" altLang="ko-KR" sz="15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IS NOT NULL) DO</a:t>
            </a:r>
          </a:p>
          <a:p>
            <a:r>
              <a:rPr kumimoji="1" lang="en" altLang="ko-KR" sz="15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 </a:t>
            </a:r>
            <a:r>
              <a:rPr kumimoji="1" lang="en" altLang="ko-KR" sz="15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prev</a:t>
            </a:r>
            <a:r>
              <a:rPr kumimoji="1" lang="en" altLang="ko-KR" sz="15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= current;</a:t>
            </a:r>
          </a:p>
          <a:p>
            <a:r>
              <a:rPr kumimoji="1" lang="en" altLang="ko-KR" sz="15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 current = </a:t>
            </a:r>
            <a:r>
              <a:rPr kumimoji="1" lang="en" altLang="ko-KR" sz="15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current.next</a:t>
            </a:r>
            <a:r>
              <a:rPr kumimoji="1" lang="en" altLang="ko-KR" sz="15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;</a:t>
            </a:r>
          </a:p>
          <a:p>
            <a:r>
              <a:rPr kumimoji="1" lang="en" altLang="ko-KR" sz="15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END WHILE</a:t>
            </a:r>
          </a:p>
          <a:p>
            <a:r>
              <a:rPr kumimoji="1" lang="en" altLang="ko-KR" sz="15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// </a:t>
            </a:r>
            <a:r>
              <a:rPr kumimoji="1" lang="ko-KR" altLang="en-US" sz="15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순회가 끝나면</a:t>
            </a:r>
            <a:r>
              <a:rPr kumimoji="1" lang="en-US" altLang="ko-KR" sz="15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</a:t>
            </a:r>
          </a:p>
          <a:p>
            <a:r>
              <a:rPr kumimoji="1" lang="en-US" altLang="ko-KR" sz="15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// </a:t>
            </a:r>
            <a:r>
              <a:rPr kumimoji="1" lang="en" altLang="ko-KR" sz="15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current</a:t>
            </a:r>
            <a:r>
              <a:rPr kumimoji="1" lang="ko-KR" altLang="en-US" sz="15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는 </a:t>
            </a:r>
            <a:r>
              <a:rPr kumimoji="1" lang="en-US" altLang="ko-KR" sz="15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"</a:t>
            </a:r>
            <a:r>
              <a:rPr kumimoji="1" lang="en" altLang="ko-KR" sz="15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Yoo" </a:t>
            </a:r>
            <a:r>
              <a:rPr kumimoji="1" lang="ko-KR" altLang="en-US" sz="15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노드를 가리킵니다 </a:t>
            </a:r>
            <a:r>
              <a:rPr kumimoji="1" lang="en-US" altLang="ko-KR" sz="15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kumimoji="1" lang="ko-KR" altLang="en-US" sz="15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마지막 노드</a:t>
            </a:r>
            <a:r>
              <a:rPr kumimoji="1" lang="en-US" altLang="ko-KR" sz="15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).</a:t>
            </a:r>
          </a:p>
          <a:p>
            <a:r>
              <a:rPr kumimoji="1" lang="en-US" altLang="ko-KR" sz="15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// </a:t>
            </a:r>
            <a:r>
              <a:rPr kumimoji="1" lang="en" altLang="ko-KR" sz="15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prev</a:t>
            </a:r>
            <a:r>
              <a:rPr kumimoji="1" lang="ko-KR" altLang="en-US" sz="15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는 </a:t>
            </a:r>
            <a:r>
              <a:rPr kumimoji="1" lang="en-US" altLang="ko-KR" sz="15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"</a:t>
            </a:r>
            <a:r>
              <a:rPr kumimoji="1" lang="en" altLang="ko-KR" sz="15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Park" </a:t>
            </a:r>
            <a:r>
              <a:rPr kumimoji="1" lang="ko-KR" altLang="en-US" sz="15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노드를 가리킵니다 </a:t>
            </a:r>
            <a:r>
              <a:rPr kumimoji="1" lang="en-US" altLang="ko-KR" sz="15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kumimoji="1" lang="ko-KR" altLang="en-US" sz="15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마지막 노드의 직전 노드</a:t>
            </a:r>
            <a:r>
              <a:rPr kumimoji="1" lang="en-US" altLang="ko-KR" sz="15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).</a:t>
            </a:r>
          </a:p>
          <a:p>
            <a:endParaRPr kumimoji="1" lang="en-US" altLang="ko-KR" sz="15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339436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7219BEE-5699-3826-B800-AF17863AD707}"/>
              </a:ext>
            </a:extLst>
          </p:cNvPr>
          <p:cNvSpPr txBox="1"/>
          <p:nvPr/>
        </p:nvSpPr>
        <p:spPr>
          <a:xfrm>
            <a:off x="2424636" y="1882423"/>
            <a:ext cx="7342728" cy="30931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15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// 3. </a:t>
            </a:r>
            <a:r>
              <a:rPr kumimoji="1" lang="ko-KR" altLang="en-US" sz="15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마지막 노드를 리스트에서 분리 및 헤드 앞으로 연결</a:t>
            </a:r>
          </a:p>
          <a:p>
            <a:r>
              <a:rPr kumimoji="1" lang="en" altLang="ko-KR" sz="15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IF (</a:t>
            </a:r>
            <a:r>
              <a:rPr kumimoji="1" lang="en" altLang="ko-KR" sz="15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prev</a:t>
            </a:r>
            <a:r>
              <a:rPr kumimoji="1" lang="en" altLang="ko-KR" sz="15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IS NOT NULL) THEN</a:t>
            </a:r>
          </a:p>
          <a:p>
            <a:r>
              <a:rPr kumimoji="1" lang="en" altLang="ko-KR" sz="15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 // a. </a:t>
            </a:r>
            <a:r>
              <a:rPr kumimoji="1" lang="ko-KR" altLang="en-US" sz="15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기존 리스트에서 </a:t>
            </a:r>
            <a:r>
              <a:rPr kumimoji="1" lang="en-US" altLang="ko-KR" sz="15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"</a:t>
            </a:r>
            <a:r>
              <a:rPr kumimoji="1" lang="en" altLang="ko-KR" sz="15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Yoo" </a:t>
            </a:r>
            <a:r>
              <a:rPr kumimoji="1" lang="ko-KR" altLang="en-US" sz="15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노드 분리</a:t>
            </a:r>
          </a:p>
          <a:p>
            <a:r>
              <a:rPr kumimoji="1" lang="ko-KR" altLang="en-US" sz="15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 </a:t>
            </a:r>
            <a:r>
              <a:rPr kumimoji="1" lang="en" altLang="ko-KR" sz="15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prev.next</a:t>
            </a:r>
            <a:r>
              <a:rPr kumimoji="1" lang="en" altLang="ko-KR" sz="15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= NULL; // "Park"</a:t>
            </a:r>
            <a:r>
              <a:rPr kumimoji="1" lang="ko-KR" altLang="en-US" sz="15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의 다음 링크를 </a:t>
            </a:r>
            <a:r>
              <a:rPr kumimoji="1" lang="en" altLang="ko-KR" sz="15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NULL</a:t>
            </a:r>
            <a:r>
              <a:rPr kumimoji="1" lang="ko-KR" altLang="en-US" sz="15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로 설정하여 </a:t>
            </a:r>
            <a:r>
              <a:rPr kumimoji="1" lang="en-US" altLang="ko-KR" sz="15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"</a:t>
            </a:r>
            <a:r>
              <a:rPr kumimoji="1" lang="en" altLang="ko-KR" sz="15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Yoo"</a:t>
            </a:r>
            <a:r>
              <a:rPr kumimoji="1" lang="ko-KR" altLang="en-US" sz="15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를</a:t>
            </a:r>
            <a:r>
              <a:rPr kumimoji="1" lang="ko-KR" altLang="en-US" sz="15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분리합니다</a:t>
            </a:r>
            <a:r>
              <a:rPr kumimoji="1" lang="en-US" altLang="ko-KR" sz="15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  <a:p>
            <a:endParaRPr kumimoji="1" lang="en-US" altLang="ko-KR" sz="15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r>
              <a:rPr kumimoji="1" lang="en-US" altLang="ko-KR" sz="15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 // </a:t>
            </a:r>
            <a:r>
              <a:rPr kumimoji="1" lang="en" altLang="ko-KR" sz="15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b. "Yoo"</a:t>
            </a:r>
            <a:r>
              <a:rPr kumimoji="1" lang="ko-KR" altLang="en-US" sz="15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를</a:t>
            </a:r>
            <a:r>
              <a:rPr kumimoji="1" lang="ko-KR" altLang="en-US" sz="15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기존 헤드 앞에 연결</a:t>
            </a:r>
          </a:p>
          <a:p>
            <a:r>
              <a:rPr kumimoji="1" lang="ko-KR" altLang="en-US" sz="15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 </a:t>
            </a:r>
            <a:r>
              <a:rPr kumimoji="1" lang="en" altLang="ko-KR" sz="15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current.next</a:t>
            </a:r>
            <a:r>
              <a:rPr kumimoji="1" lang="en" altLang="ko-KR" sz="15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= L5; // "Yoo"</a:t>
            </a:r>
            <a:r>
              <a:rPr kumimoji="1" lang="ko-KR" altLang="en-US" sz="15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의 다음을 기존의 첫 번째 노드</a:t>
            </a:r>
            <a:r>
              <a:rPr kumimoji="1" lang="en-US" altLang="ko-KR" sz="15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("</a:t>
            </a:r>
            <a:r>
              <a:rPr kumimoji="1" lang="en" altLang="ko-KR" sz="15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Kim")</a:t>
            </a:r>
            <a:r>
              <a:rPr kumimoji="1" lang="ko-KR" altLang="en-US" sz="15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로 연결합니다</a:t>
            </a:r>
            <a:r>
              <a:rPr kumimoji="1" lang="en-US" altLang="ko-KR" sz="15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  <a:p>
            <a:endParaRPr kumimoji="1" lang="en-US" altLang="ko-KR" sz="15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r>
              <a:rPr kumimoji="1" lang="en-US" altLang="ko-KR" sz="15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 // </a:t>
            </a:r>
            <a:r>
              <a:rPr kumimoji="1" lang="en" altLang="ko-KR" sz="15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c. L5 (</a:t>
            </a:r>
            <a:r>
              <a:rPr kumimoji="1" lang="ko-KR" altLang="en-US" sz="15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헤드 포인터</a:t>
            </a:r>
            <a:r>
              <a:rPr kumimoji="1" lang="en-US" altLang="ko-KR" sz="15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r>
              <a:rPr kumimoji="1" lang="ko-KR" altLang="en-US" sz="15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를</a:t>
            </a:r>
            <a:r>
              <a:rPr kumimoji="1" lang="ko-KR" altLang="en-US" sz="15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kumimoji="1" lang="en-US" altLang="ko-KR" sz="15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"</a:t>
            </a:r>
            <a:r>
              <a:rPr kumimoji="1" lang="en" altLang="ko-KR" sz="15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Yoo"</a:t>
            </a:r>
            <a:r>
              <a:rPr kumimoji="1" lang="ko-KR" altLang="en-US" sz="15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로 변경</a:t>
            </a:r>
          </a:p>
          <a:p>
            <a:r>
              <a:rPr kumimoji="1" lang="ko-KR" altLang="en-US" sz="15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 </a:t>
            </a:r>
            <a:r>
              <a:rPr kumimoji="1" lang="en" altLang="ko-KR" sz="15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L5 = current;</a:t>
            </a:r>
          </a:p>
          <a:p>
            <a:r>
              <a:rPr kumimoji="1" lang="en" altLang="ko-KR" sz="15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END IF</a:t>
            </a:r>
          </a:p>
          <a:p>
            <a:endParaRPr kumimoji="1" lang="en" altLang="ko-KR" sz="15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r>
              <a:rPr kumimoji="1" lang="en" altLang="ko-KR" sz="15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// </a:t>
            </a:r>
            <a:r>
              <a:rPr kumimoji="1" lang="ko-KR" altLang="en-US" sz="15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최종 결과</a:t>
            </a:r>
            <a:r>
              <a:rPr kumimoji="1" lang="en-US" altLang="ko-KR" sz="15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r>
              <a:rPr kumimoji="1" lang="en" altLang="ko-KR" sz="15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L5</a:t>
            </a:r>
            <a:r>
              <a:rPr kumimoji="1" lang="ko-KR" altLang="en-US" sz="15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는 </a:t>
            </a:r>
            <a:r>
              <a:rPr kumimoji="1" lang="en-US" altLang="ko-KR" sz="15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"</a:t>
            </a:r>
            <a:r>
              <a:rPr kumimoji="1" lang="en" altLang="ko-KR" sz="15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Yoo"</a:t>
            </a:r>
            <a:r>
              <a:rPr kumimoji="1" lang="ko-KR" altLang="en-US" sz="15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를</a:t>
            </a:r>
            <a:r>
              <a:rPr kumimoji="1" lang="ko-KR" altLang="en-US" sz="15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새로운 헤드로 가리키게 됩니다</a:t>
            </a:r>
            <a:r>
              <a:rPr kumimoji="1" lang="en-US" altLang="ko-KR" sz="15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endParaRPr kumimoji="1" lang="ko-KR" altLang="en-US" sz="15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883011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>
            <a:extLst>
              <a:ext uri="{FF2B5EF4-FFF2-40B4-BE49-F238E27FC236}">
                <a16:creationId xmlns:a16="http://schemas.microsoft.com/office/drawing/2014/main" id="{01E90507-5DCF-FBB1-7861-F690D8D363DA}"/>
              </a:ext>
            </a:extLst>
          </p:cNvPr>
          <p:cNvSpPr txBox="1"/>
          <p:nvPr/>
        </p:nvSpPr>
        <p:spPr>
          <a:xfrm>
            <a:off x="376539" y="736088"/>
            <a:ext cx="22758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" altLang="ko-KR" sz="1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Pointer </a:t>
            </a:r>
            <a:r>
              <a:rPr kumimoji="1" lang="en" altLang="ko-KR" sz="18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prev</a:t>
            </a:r>
            <a:r>
              <a:rPr kumimoji="1" lang="en" altLang="ko-KR" sz="1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= NULL; </a:t>
            </a:r>
            <a:endParaRPr lang="ko-KR" alt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BAB1ABB-64E8-A9F5-E720-297299BB6BF1}"/>
              </a:ext>
            </a:extLst>
          </p:cNvPr>
          <p:cNvSpPr txBox="1"/>
          <p:nvPr/>
        </p:nvSpPr>
        <p:spPr>
          <a:xfrm>
            <a:off x="387335" y="1629519"/>
            <a:ext cx="22961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" altLang="ko-KR" sz="1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Pointer current = L5;</a:t>
            </a:r>
            <a:endParaRPr lang="ko-KR" altLang="en-US" dirty="0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54478E70-4679-5571-B0D8-80D199BF5E91}"/>
              </a:ext>
            </a:extLst>
          </p:cNvPr>
          <p:cNvSpPr/>
          <p:nvPr/>
        </p:nvSpPr>
        <p:spPr>
          <a:xfrm>
            <a:off x="3529160" y="4097286"/>
            <a:ext cx="768521" cy="614149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solidFill>
                  <a:schemeClr val="tx1"/>
                </a:solidFill>
              </a:rPr>
              <a:t>”Kim”</a:t>
            </a:r>
            <a:endParaRPr kumimoji="1" lang="ko-KR" altLang="en-US" dirty="0">
              <a:solidFill>
                <a:schemeClr val="tx1"/>
              </a:solidFill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A25F33B5-A120-CF85-0BE1-1D77B12E8AEC}"/>
              </a:ext>
            </a:extLst>
          </p:cNvPr>
          <p:cNvSpPr/>
          <p:nvPr/>
        </p:nvSpPr>
        <p:spPr>
          <a:xfrm>
            <a:off x="4297681" y="4097285"/>
            <a:ext cx="768521" cy="614149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solidFill>
                  <a:srgbClr val="FF0000"/>
                </a:solidFill>
              </a:rPr>
              <a:t>5000</a:t>
            </a:r>
            <a:endParaRPr kumimoji="1" lang="ko-KR" altLang="en-US" dirty="0">
              <a:solidFill>
                <a:srgbClr val="FF0000"/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C4541C2-236A-D0B0-3044-118EDECD5005}"/>
              </a:ext>
            </a:extLst>
          </p:cNvPr>
          <p:cNvSpPr txBox="1"/>
          <p:nvPr/>
        </p:nvSpPr>
        <p:spPr>
          <a:xfrm>
            <a:off x="5679440" y="3790210"/>
            <a:ext cx="768522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1500" dirty="0">
                <a:solidFill>
                  <a:srgbClr val="FF0000"/>
                </a:solidFill>
              </a:rPr>
              <a:t>5000</a:t>
            </a:r>
            <a:endParaRPr lang="ko-KR" altLang="en-US" sz="1500" dirty="0"/>
          </a:p>
        </p:txBody>
      </p: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7BC14772-7245-2270-7ED3-5F5B03B12030}"/>
              </a:ext>
            </a:extLst>
          </p:cNvPr>
          <p:cNvCxnSpPr>
            <a:cxnSpLocks/>
          </p:cNvCxnSpPr>
          <p:nvPr/>
        </p:nvCxnSpPr>
        <p:spPr>
          <a:xfrm>
            <a:off x="5066202" y="4404359"/>
            <a:ext cx="613239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2BD62BED-885C-37DC-059C-32A29AEAFBB7}"/>
              </a:ext>
            </a:extLst>
          </p:cNvPr>
          <p:cNvSpPr/>
          <p:nvPr/>
        </p:nvSpPr>
        <p:spPr>
          <a:xfrm>
            <a:off x="5679440" y="4113376"/>
            <a:ext cx="768521" cy="614149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solidFill>
                  <a:schemeClr val="tx1"/>
                </a:solidFill>
              </a:rPr>
              <a:t>”Lee”</a:t>
            </a:r>
            <a:endParaRPr kumimoji="1" lang="ko-KR" altLang="en-US" dirty="0">
              <a:solidFill>
                <a:schemeClr val="tx1"/>
              </a:solidFill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9EB7C275-4559-9D93-57E4-E327CF6BBC0C}"/>
              </a:ext>
            </a:extLst>
          </p:cNvPr>
          <p:cNvSpPr/>
          <p:nvPr/>
        </p:nvSpPr>
        <p:spPr>
          <a:xfrm>
            <a:off x="6447961" y="4113375"/>
            <a:ext cx="768521" cy="614149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solidFill>
                  <a:srgbClr val="FF0000"/>
                </a:solidFill>
              </a:rPr>
              <a:t>2000</a:t>
            </a:r>
            <a:endParaRPr kumimoji="1" lang="ko-KR" altLang="en-US" dirty="0">
              <a:solidFill>
                <a:srgbClr val="FF0000"/>
              </a:solidFill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E35598D9-350B-4915-9412-563E7607029F}"/>
              </a:ext>
            </a:extLst>
          </p:cNvPr>
          <p:cNvSpPr/>
          <p:nvPr/>
        </p:nvSpPr>
        <p:spPr>
          <a:xfrm>
            <a:off x="7829721" y="4113375"/>
            <a:ext cx="768521" cy="614149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solidFill>
                  <a:schemeClr val="tx1"/>
                </a:solidFill>
              </a:rPr>
              <a:t>”Park”</a:t>
            </a:r>
            <a:endParaRPr kumimoji="1" lang="ko-KR" altLang="en-US" dirty="0">
              <a:solidFill>
                <a:schemeClr val="tx1"/>
              </a:solidFill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BF7E33BE-2A18-C722-906B-61D10DE468F7}"/>
              </a:ext>
            </a:extLst>
          </p:cNvPr>
          <p:cNvSpPr/>
          <p:nvPr/>
        </p:nvSpPr>
        <p:spPr>
          <a:xfrm>
            <a:off x="8598242" y="4113374"/>
            <a:ext cx="768521" cy="614149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solidFill>
                  <a:srgbClr val="FF0000"/>
                </a:solidFill>
              </a:rPr>
              <a:t>1000</a:t>
            </a:r>
            <a:endParaRPr kumimoji="1" lang="ko-KR" altLang="en-US" dirty="0">
              <a:solidFill>
                <a:srgbClr val="FF0000"/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E2F4300-68BE-D0DD-0EC5-8EB73B40B887}"/>
              </a:ext>
            </a:extLst>
          </p:cNvPr>
          <p:cNvSpPr txBox="1"/>
          <p:nvPr/>
        </p:nvSpPr>
        <p:spPr>
          <a:xfrm>
            <a:off x="7829720" y="3806300"/>
            <a:ext cx="768522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1500" dirty="0">
                <a:solidFill>
                  <a:srgbClr val="FF0000"/>
                </a:solidFill>
              </a:rPr>
              <a:t>2000</a:t>
            </a:r>
            <a:endParaRPr lang="ko-KR" altLang="en-US" sz="1500" dirty="0"/>
          </a:p>
        </p:txBody>
      </p:sp>
      <p:cxnSp>
        <p:nvCxnSpPr>
          <p:cNvPr id="47" name="직선 화살표 연결선 46">
            <a:extLst>
              <a:ext uri="{FF2B5EF4-FFF2-40B4-BE49-F238E27FC236}">
                <a16:creationId xmlns:a16="http://schemas.microsoft.com/office/drawing/2014/main" id="{BE682E1E-6849-9630-BB6A-0F21EB26EE81}"/>
              </a:ext>
            </a:extLst>
          </p:cNvPr>
          <p:cNvCxnSpPr>
            <a:endCxn id="44" idx="1"/>
          </p:cNvCxnSpPr>
          <p:nvPr/>
        </p:nvCxnSpPr>
        <p:spPr>
          <a:xfrm>
            <a:off x="7216482" y="4420449"/>
            <a:ext cx="613239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E417255F-9630-7F1F-AE72-9379C12ED793}"/>
              </a:ext>
            </a:extLst>
          </p:cNvPr>
          <p:cNvSpPr/>
          <p:nvPr/>
        </p:nvSpPr>
        <p:spPr>
          <a:xfrm>
            <a:off x="2096473" y="4113374"/>
            <a:ext cx="768521" cy="614149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solidFill>
                  <a:srgbClr val="FF0000"/>
                </a:solidFill>
              </a:rPr>
              <a:t>3000</a:t>
            </a:r>
            <a:endParaRPr kumimoji="1" lang="ko-KR" altLang="en-US" dirty="0">
              <a:solidFill>
                <a:srgbClr val="FF0000"/>
              </a:solidFill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3A16E46-2D5B-BB8F-D14F-1F502CE90DDA}"/>
              </a:ext>
            </a:extLst>
          </p:cNvPr>
          <p:cNvSpPr txBox="1"/>
          <p:nvPr/>
        </p:nvSpPr>
        <p:spPr>
          <a:xfrm>
            <a:off x="3484823" y="3776637"/>
            <a:ext cx="768522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1500" dirty="0">
                <a:solidFill>
                  <a:srgbClr val="FF0000"/>
                </a:solidFill>
              </a:rPr>
              <a:t>3000</a:t>
            </a:r>
            <a:endParaRPr lang="ko-KR" altLang="en-US" sz="1500" dirty="0"/>
          </a:p>
        </p:txBody>
      </p:sp>
      <p:cxnSp>
        <p:nvCxnSpPr>
          <p:cNvPr id="50" name="직선 화살표 연결선 49">
            <a:extLst>
              <a:ext uri="{FF2B5EF4-FFF2-40B4-BE49-F238E27FC236}">
                <a16:creationId xmlns:a16="http://schemas.microsoft.com/office/drawing/2014/main" id="{2E65B319-5D76-D292-B480-9C2BEE1ABFBA}"/>
              </a:ext>
            </a:extLst>
          </p:cNvPr>
          <p:cNvCxnSpPr>
            <a:cxnSpLocks/>
          </p:cNvCxnSpPr>
          <p:nvPr/>
        </p:nvCxnSpPr>
        <p:spPr>
          <a:xfrm>
            <a:off x="2891148" y="4409336"/>
            <a:ext cx="613239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86D26C26-C2B6-5121-B84C-169CD296E324}"/>
              </a:ext>
            </a:extLst>
          </p:cNvPr>
          <p:cNvSpPr/>
          <p:nvPr/>
        </p:nvSpPr>
        <p:spPr>
          <a:xfrm>
            <a:off x="9981383" y="4113375"/>
            <a:ext cx="768521" cy="614149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solidFill>
                  <a:schemeClr val="tx1"/>
                </a:solidFill>
              </a:rPr>
              <a:t>”Yoo”</a:t>
            </a:r>
            <a:endParaRPr kumimoji="1" lang="ko-KR" altLang="en-US" dirty="0">
              <a:solidFill>
                <a:schemeClr val="tx1"/>
              </a:solidFill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0ED71462-ABEA-C326-CACD-968E5C7A7AE4}"/>
              </a:ext>
            </a:extLst>
          </p:cNvPr>
          <p:cNvSpPr/>
          <p:nvPr/>
        </p:nvSpPr>
        <p:spPr>
          <a:xfrm>
            <a:off x="10749904" y="4113374"/>
            <a:ext cx="768521" cy="614149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solidFill>
                  <a:schemeClr val="tx1"/>
                </a:solidFill>
              </a:rPr>
              <a:t>null</a:t>
            </a:r>
            <a:endParaRPr kumimoji="1" lang="ko-KR" altLang="en-US" dirty="0">
              <a:solidFill>
                <a:schemeClr val="tx1"/>
              </a:solidFill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419D502-00FC-D8AC-AA9A-F9BC4C346862}"/>
              </a:ext>
            </a:extLst>
          </p:cNvPr>
          <p:cNvSpPr txBox="1"/>
          <p:nvPr/>
        </p:nvSpPr>
        <p:spPr>
          <a:xfrm>
            <a:off x="9981382" y="3806300"/>
            <a:ext cx="768522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1500" dirty="0">
                <a:solidFill>
                  <a:srgbClr val="FF0000"/>
                </a:solidFill>
              </a:rPr>
              <a:t>1000</a:t>
            </a:r>
            <a:endParaRPr lang="ko-KR" altLang="en-US" sz="1500" dirty="0"/>
          </a:p>
        </p:txBody>
      </p:sp>
      <p:cxnSp>
        <p:nvCxnSpPr>
          <p:cNvPr id="54" name="직선 화살표 연결선 53">
            <a:extLst>
              <a:ext uri="{FF2B5EF4-FFF2-40B4-BE49-F238E27FC236}">
                <a16:creationId xmlns:a16="http://schemas.microsoft.com/office/drawing/2014/main" id="{604064C9-D3F1-FA14-FEFF-51788F1CB84F}"/>
              </a:ext>
            </a:extLst>
          </p:cNvPr>
          <p:cNvCxnSpPr>
            <a:endCxn id="51" idx="1"/>
          </p:cNvCxnSpPr>
          <p:nvPr/>
        </p:nvCxnSpPr>
        <p:spPr>
          <a:xfrm>
            <a:off x="9368144" y="4420449"/>
            <a:ext cx="613239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F783FD26-78C8-9CF6-16ED-C961E3989B3F}"/>
              </a:ext>
            </a:extLst>
          </p:cNvPr>
          <p:cNvSpPr txBox="1"/>
          <p:nvPr/>
        </p:nvSpPr>
        <p:spPr>
          <a:xfrm>
            <a:off x="1568078" y="4219693"/>
            <a:ext cx="4455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ko-KR" dirty="0"/>
              <a:t>L5</a:t>
            </a:r>
            <a:endParaRPr lang="ko-KR" altLang="en-US" dirty="0"/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DCDC12B1-C67B-1CFC-9A82-5564AE7A6C25}"/>
              </a:ext>
            </a:extLst>
          </p:cNvPr>
          <p:cNvSpPr/>
          <p:nvPr/>
        </p:nvSpPr>
        <p:spPr>
          <a:xfrm>
            <a:off x="2091385" y="2760763"/>
            <a:ext cx="768521" cy="614149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solidFill>
                  <a:srgbClr val="FF0000"/>
                </a:solidFill>
              </a:rPr>
              <a:t>3000</a:t>
            </a:r>
            <a:endParaRPr kumimoji="1" lang="ko-KR" altLang="en-US" dirty="0">
              <a:solidFill>
                <a:srgbClr val="FF0000"/>
              </a:solidFill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157824F-670D-C61A-5268-7DA915B5E693}"/>
              </a:ext>
            </a:extLst>
          </p:cNvPr>
          <p:cNvSpPr txBox="1"/>
          <p:nvPr/>
        </p:nvSpPr>
        <p:spPr>
          <a:xfrm>
            <a:off x="2013613" y="2359072"/>
            <a:ext cx="9240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ko-KR" dirty="0"/>
              <a:t>current</a:t>
            </a:r>
            <a:endParaRPr lang="ko-KR" altLang="en-US" dirty="0"/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6D22DD91-A943-729F-5208-078826283FC5}"/>
              </a:ext>
            </a:extLst>
          </p:cNvPr>
          <p:cNvSpPr/>
          <p:nvPr/>
        </p:nvSpPr>
        <p:spPr>
          <a:xfrm>
            <a:off x="669369" y="2739547"/>
            <a:ext cx="768521" cy="614149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solidFill>
                  <a:srgbClr val="FF0000"/>
                </a:solidFill>
              </a:rPr>
              <a:t>Null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F8D6CB5-96D2-BADE-450E-AE09A85E41EA}"/>
              </a:ext>
            </a:extLst>
          </p:cNvPr>
          <p:cNvSpPr txBox="1"/>
          <p:nvPr/>
        </p:nvSpPr>
        <p:spPr>
          <a:xfrm>
            <a:off x="775701" y="2346456"/>
            <a:ext cx="5558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ko-KR" dirty="0"/>
              <a:t>pre</a:t>
            </a:r>
            <a:endParaRPr lang="ko-KR" altLang="en-US" dirty="0"/>
          </a:p>
        </p:txBody>
      </p:sp>
      <p:cxnSp>
        <p:nvCxnSpPr>
          <p:cNvPr id="60" name="직선 화살표 연결선 59">
            <a:extLst>
              <a:ext uri="{FF2B5EF4-FFF2-40B4-BE49-F238E27FC236}">
                <a16:creationId xmlns:a16="http://schemas.microsoft.com/office/drawing/2014/main" id="{3EEFC285-8F3A-413A-F6D3-1F519476D6A0}"/>
              </a:ext>
            </a:extLst>
          </p:cNvPr>
          <p:cNvCxnSpPr>
            <a:cxnSpLocks/>
            <a:stCxn id="48" idx="0"/>
            <a:endCxn id="56" idx="2"/>
          </p:cNvCxnSpPr>
          <p:nvPr/>
        </p:nvCxnSpPr>
        <p:spPr>
          <a:xfrm flipH="1" flipV="1">
            <a:off x="2475646" y="3374912"/>
            <a:ext cx="5088" cy="73846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06808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24">
            <a:extLst>
              <a:ext uri="{FF2B5EF4-FFF2-40B4-BE49-F238E27FC236}">
                <a16:creationId xmlns:a16="http://schemas.microsoft.com/office/drawing/2014/main" id="{890D18A5-47A7-EBE2-7070-FF2E7ADE32C0}"/>
              </a:ext>
            </a:extLst>
          </p:cNvPr>
          <p:cNvSpPr txBox="1"/>
          <p:nvPr/>
        </p:nvSpPr>
        <p:spPr>
          <a:xfrm>
            <a:off x="163815" y="233311"/>
            <a:ext cx="419482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" altLang="ko-KR" sz="1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WHILE (</a:t>
            </a:r>
            <a:r>
              <a:rPr kumimoji="1" lang="en" altLang="ko-KR" sz="18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current.next</a:t>
            </a:r>
            <a:r>
              <a:rPr kumimoji="1" lang="en" altLang="ko-KR" sz="1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IS NOT NULL) DO</a:t>
            </a:r>
          </a:p>
          <a:p>
            <a:r>
              <a:rPr kumimoji="1" lang="en" altLang="ko-KR" sz="1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 </a:t>
            </a:r>
            <a:r>
              <a:rPr kumimoji="1" lang="en" altLang="ko-KR" sz="18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prev</a:t>
            </a:r>
            <a:r>
              <a:rPr kumimoji="1" lang="en" altLang="ko-KR" sz="1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= current;</a:t>
            </a:r>
          </a:p>
          <a:p>
            <a:r>
              <a:rPr kumimoji="1" lang="en" altLang="ko-KR" sz="1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 current = </a:t>
            </a:r>
            <a:r>
              <a:rPr kumimoji="1" lang="en" altLang="ko-KR" sz="18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current.next</a:t>
            </a:r>
            <a:r>
              <a:rPr kumimoji="1" lang="en" altLang="ko-KR" sz="1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;</a:t>
            </a:r>
          </a:p>
          <a:p>
            <a:r>
              <a:rPr kumimoji="1" lang="en" altLang="ko-KR" sz="1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END WHILE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2ABCBCE1-F5BB-EE3B-1F2D-41A7A3086C33}"/>
              </a:ext>
            </a:extLst>
          </p:cNvPr>
          <p:cNvSpPr/>
          <p:nvPr/>
        </p:nvSpPr>
        <p:spPr>
          <a:xfrm>
            <a:off x="2419335" y="3121926"/>
            <a:ext cx="768521" cy="614149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solidFill>
                  <a:schemeClr val="tx1"/>
                </a:solidFill>
              </a:rPr>
              <a:t>”Kim”</a:t>
            </a:r>
            <a:endParaRPr kumimoji="1" lang="ko-KR" altLang="en-US" dirty="0">
              <a:solidFill>
                <a:schemeClr val="tx1"/>
              </a:solidFill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75998D24-5759-8748-37DB-C2A73C3DD28B}"/>
              </a:ext>
            </a:extLst>
          </p:cNvPr>
          <p:cNvSpPr/>
          <p:nvPr/>
        </p:nvSpPr>
        <p:spPr>
          <a:xfrm>
            <a:off x="3187856" y="3121925"/>
            <a:ext cx="768521" cy="614149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solidFill>
                  <a:srgbClr val="FF0000"/>
                </a:solidFill>
              </a:rPr>
              <a:t>5000</a:t>
            </a:r>
            <a:endParaRPr kumimoji="1" lang="ko-KR" altLang="en-US" dirty="0">
              <a:solidFill>
                <a:srgbClr val="FF0000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01D705D-F541-2FA6-20D1-0586B1B17AFA}"/>
              </a:ext>
            </a:extLst>
          </p:cNvPr>
          <p:cNvSpPr txBox="1"/>
          <p:nvPr/>
        </p:nvSpPr>
        <p:spPr>
          <a:xfrm>
            <a:off x="4569615" y="2814850"/>
            <a:ext cx="768522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1500" dirty="0">
                <a:solidFill>
                  <a:srgbClr val="FF0000"/>
                </a:solidFill>
              </a:rPr>
              <a:t>5000</a:t>
            </a:r>
            <a:endParaRPr lang="ko-KR" altLang="en-US" sz="1500" dirty="0"/>
          </a:p>
        </p:txBody>
      </p: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0DF8315D-4E7A-70BF-2D74-497DA93F1053}"/>
              </a:ext>
            </a:extLst>
          </p:cNvPr>
          <p:cNvCxnSpPr>
            <a:cxnSpLocks/>
          </p:cNvCxnSpPr>
          <p:nvPr/>
        </p:nvCxnSpPr>
        <p:spPr>
          <a:xfrm>
            <a:off x="3956377" y="3428999"/>
            <a:ext cx="613239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A6DC21DB-3E0B-EE4F-8F9C-D0E8E72B62EE}"/>
              </a:ext>
            </a:extLst>
          </p:cNvPr>
          <p:cNvSpPr/>
          <p:nvPr/>
        </p:nvSpPr>
        <p:spPr>
          <a:xfrm>
            <a:off x="4569615" y="3138016"/>
            <a:ext cx="768521" cy="614149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solidFill>
                  <a:schemeClr val="tx1"/>
                </a:solidFill>
              </a:rPr>
              <a:t>”Lee”</a:t>
            </a:r>
            <a:endParaRPr kumimoji="1" lang="ko-KR" altLang="en-US" dirty="0">
              <a:solidFill>
                <a:schemeClr val="tx1"/>
              </a:solidFill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298C7390-5F19-47D3-5B7F-ECEBCC29F6B8}"/>
              </a:ext>
            </a:extLst>
          </p:cNvPr>
          <p:cNvSpPr/>
          <p:nvPr/>
        </p:nvSpPr>
        <p:spPr>
          <a:xfrm>
            <a:off x="5338136" y="3138015"/>
            <a:ext cx="768521" cy="614149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solidFill>
                  <a:srgbClr val="FF0000"/>
                </a:solidFill>
              </a:rPr>
              <a:t>2000</a:t>
            </a:r>
            <a:endParaRPr kumimoji="1" lang="ko-KR" altLang="en-US" dirty="0">
              <a:solidFill>
                <a:srgbClr val="FF0000"/>
              </a:solidFill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043A09A2-2C9F-17FF-5E01-4785F8A4E14D}"/>
              </a:ext>
            </a:extLst>
          </p:cNvPr>
          <p:cNvSpPr/>
          <p:nvPr/>
        </p:nvSpPr>
        <p:spPr>
          <a:xfrm>
            <a:off x="6719896" y="3138015"/>
            <a:ext cx="768521" cy="614149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solidFill>
                  <a:schemeClr val="tx1"/>
                </a:solidFill>
              </a:rPr>
              <a:t>”Park”</a:t>
            </a:r>
            <a:endParaRPr kumimoji="1" lang="ko-KR" altLang="en-US" dirty="0">
              <a:solidFill>
                <a:schemeClr val="tx1"/>
              </a:solidFill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E69B009C-B4CC-20DF-AAE4-1E96D16B6B05}"/>
              </a:ext>
            </a:extLst>
          </p:cNvPr>
          <p:cNvSpPr/>
          <p:nvPr/>
        </p:nvSpPr>
        <p:spPr>
          <a:xfrm>
            <a:off x="7488417" y="3138014"/>
            <a:ext cx="768521" cy="614149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solidFill>
                  <a:srgbClr val="FF0000"/>
                </a:solidFill>
              </a:rPr>
              <a:t>1000</a:t>
            </a:r>
            <a:endParaRPr kumimoji="1" lang="ko-KR" altLang="en-US" dirty="0">
              <a:solidFill>
                <a:srgbClr val="FF0000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0DFF3A0-CDC5-D37B-7352-0A84409401C4}"/>
              </a:ext>
            </a:extLst>
          </p:cNvPr>
          <p:cNvSpPr txBox="1"/>
          <p:nvPr/>
        </p:nvSpPr>
        <p:spPr>
          <a:xfrm>
            <a:off x="6719895" y="2830940"/>
            <a:ext cx="768522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1500" dirty="0">
                <a:solidFill>
                  <a:srgbClr val="FF0000"/>
                </a:solidFill>
              </a:rPr>
              <a:t>2000</a:t>
            </a:r>
            <a:endParaRPr lang="ko-KR" altLang="en-US" sz="1500" dirty="0"/>
          </a:p>
        </p:txBody>
      </p: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06DD2928-E129-81B7-96D2-0880D12F7FD3}"/>
              </a:ext>
            </a:extLst>
          </p:cNvPr>
          <p:cNvCxnSpPr>
            <a:endCxn id="32" idx="1"/>
          </p:cNvCxnSpPr>
          <p:nvPr/>
        </p:nvCxnSpPr>
        <p:spPr>
          <a:xfrm>
            <a:off x="6106657" y="3445089"/>
            <a:ext cx="613239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90799B5B-C8AE-B407-4529-AE5E73C67048}"/>
              </a:ext>
            </a:extLst>
          </p:cNvPr>
          <p:cNvSpPr/>
          <p:nvPr/>
        </p:nvSpPr>
        <p:spPr>
          <a:xfrm>
            <a:off x="1006333" y="3129166"/>
            <a:ext cx="768521" cy="614149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solidFill>
                  <a:srgbClr val="FF0000"/>
                </a:solidFill>
              </a:rPr>
              <a:t>3000</a:t>
            </a:r>
            <a:endParaRPr kumimoji="1" lang="ko-KR" altLang="en-US" dirty="0">
              <a:solidFill>
                <a:srgbClr val="FF0000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796E24D-4924-A997-3CD3-547D27245B46}"/>
              </a:ext>
            </a:extLst>
          </p:cNvPr>
          <p:cNvSpPr txBox="1"/>
          <p:nvPr/>
        </p:nvSpPr>
        <p:spPr>
          <a:xfrm>
            <a:off x="2374998" y="2801277"/>
            <a:ext cx="768522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1500" dirty="0">
                <a:solidFill>
                  <a:srgbClr val="FF0000"/>
                </a:solidFill>
              </a:rPr>
              <a:t>3000</a:t>
            </a:r>
            <a:endParaRPr lang="ko-KR" altLang="en-US" sz="1500" dirty="0"/>
          </a:p>
        </p:txBody>
      </p: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15D4E5CA-A595-7386-A8A8-AB48341E5452}"/>
              </a:ext>
            </a:extLst>
          </p:cNvPr>
          <p:cNvCxnSpPr>
            <a:cxnSpLocks/>
          </p:cNvCxnSpPr>
          <p:nvPr/>
        </p:nvCxnSpPr>
        <p:spPr>
          <a:xfrm>
            <a:off x="1781323" y="3433976"/>
            <a:ext cx="613239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0EDC58D8-93CB-9177-4FEF-CE595F9BA9AA}"/>
              </a:ext>
            </a:extLst>
          </p:cNvPr>
          <p:cNvSpPr/>
          <p:nvPr/>
        </p:nvSpPr>
        <p:spPr>
          <a:xfrm>
            <a:off x="8871558" y="3138015"/>
            <a:ext cx="768521" cy="614149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solidFill>
                  <a:schemeClr val="tx1"/>
                </a:solidFill>
              </a:rPr>
              <a:t>”Yoo”</a:t>
            </a:r>
            <a:endParaRPr kumimoji="1" lang="ko-KR" altLang="en-US" dirty="0">
              <a:solidFill>
                <a:schemeClr val="tx1"/>
              </a:solidFill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EDBF0809-677A-DCB5-92B0-F6542A0B70AA}"/>
              </a:ext>
            </a:extLst>
          </p:cNvPr>
          <p:cNvSpPr/>
          <p:nvPr/>
        </p:nvSpPr>
        <p:spPr>
          <a:xfrm>
            <a:off x="9640079" y="3138014"/>
            <a:ext cx="768521" cy="614149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solidFill>
                  <a:schemeClr val="tx1"/>
                </a:solidFill>
              </a:rPr>
              <a:t>null</a:t>
            </a:r>
            <a:endParaRPr kumimoji="1" lang="ko-KR" altLang="en-US" dirty="0">
              <a:solidFill>
                <a:schemeClr val="tx1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D5A2A47-FCB2-CD0B-1E5F-C20666AA197D}"/>
              </a:ext>
            </a:extLst>
          </p:cNvPr>
          <p:cNvSpPr txBox="1"/>
          <p:nvPr/>
        </p:nvSpPr>
        <p:spPr>
          <a:xfrm>
            <a:off x="8871557" y="2830940"/>
            <a:ext cx="768522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1500" dirty="0">
                <a:solidFill>
                  <a:srgbClr val="FF0000"/>
                </a:solidFill>
              </a:rPr>
              <a:t>1000</a:t>
            </a:r>
            <a:endParaRPr lang="ko-KR" altLang="en-US" sz="1500" dirty="0"/>
          </a:p>
        </p:txBody>
      </p:sp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472B8161-7EC9-827F-1C20-77A73EFD6CE0}"/>
              </a:ext>
            </a:extLst>
          </p:cNvPr>
          <p:cNvCxnSpPr>
            <a:endCxn id="39" idx="1"/>
          </p:cNvCxnSpPr>
          <p:nvPr/>
        </p:nvCxnSpPr>
        <p:spPr>
          <a:xfrm>
            <a:off x="8258319" y="3445089"/>
            <a:ext cx="613239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B3851FC6-4FE6-C8C1-E8A1-0704A4183704}"/>
              </a:ext>
            </a:extLst>
          </p:cNvPr>
          <p:cNvSpPr txBox="1"/>
          <p:nvPr/>
        </p:nvSpPr>
        <p:spPr>
          <a:xfrm>
            <a:off x="458253" y="3244333"/>
            <a:ext cx="4455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ko-KR" dirty="0"/>
              <a:t>L5</a:t>
            </a:r>
            <a:endParaRPr lang="ko-KR" altLang="en-US" dirty="0"/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BB4F6135-5314-939C-160B-7EB7C30F9868}"/>
              </a:ext>
            </a:extLst>
          </p:cNvPr>
          <p:cNvSpPr/>
          <p:nvPr/>
        </p:nvSpPr>
        <p:spPr>
          <a:xfrm>
            <a:off x="2473644" y="1913359"/>
            <a:ext cx="768521" cy="614149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solidFill>
                  <a:srgbClr val="FF0000"/>
                </a:solidFill>
              </a:rPr>
              <a:t>3000</a:t>
            </a:r>
            <a:endParaRPr kumimoji="1" lang="ko-KR" altLang="en-US" dirty="0">
              <a:solidFill>
                <a:srgbClr val="FF0000"/>
              </a:solidFill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6A21456-30A6-5F68-C7CD-924A273A6695}"/>
              </a:ext>
            </a:extLst>
          </p:cNvPr>
          <p:cNvSpPr txBox="1"/>
          <p:nvPr/>
        </p:nvSpPr>
        <p:spPr>
          <a:xfrm>
            <a:off x="2395872" y="1511668"/>
            <a:ext cx="9240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ko-KR" dirty="0"/>
              <a:t>current</a:t>
            </a:r>
            <a:endParaRPr lang="ko-KR" altLang="en-US" dirty="0"/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54026867-44F0-5A8A-9CAC-4199C95A9F23}"/>
              </a:ext>
            </a:extLst>
          </p:cNvPr>
          <p:cNvSpPr/>
          <p:nvPr/>
        </p:nvSpPr>
        <p:spPr>
          <a:xfrm>
            <a:off x="986777" y="1906427"/>
            <a:ext cx="768521" cy="614149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solidFill>
                  <a:srgbClr val="FF0000"/>
                </a:solidFill>
              </a:rPr>
              <a:t>Null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5F636701-ADD5-867E-D7B4-E33AE6DBC92D}"/>
              </a:ext>
            </a:extLst>
          </p:cNvPr>
          <p:cNvSpPr txBox="1"/>
          <p:nvPr/>
        </p:nvSpPr>
        <p:spPr>
          <a:xfrm>
            <a:off x="1093109" y="1513336"/>
            <a:ext cx="5558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ko-KR" dirty="0"/>
              <a:t>pre</a:t>
            </a:r>
            <a:endParaRPr lang="ko-KR" altLang="en-US" dirty="0"/>
          </a:p>
        </p:txBody>
      </p:sp>
      <p:cxnSp>
        <p:nvCxnSpPr>
          <p:cNvPr id="68" name="직선 화살표 연결선 67">
            <a:extLst>
              <a:ext uri="{FF2B5EF4-FFF2-40B4-BE49-F238E27FC236}">
                <a16:creationId xmlns:a16="http://schemas.microsoft.com/office/drawing/2014/main" id="{941FA958-5FCE-AE50-93EA-9D3350581877}"/>
              </a:ext>
            </a:extLst>
          </p:cNvPr>
          <p:cNvCxnSpPr>
            <a:cxnSpLocks/>
            <a:stCxn id="63" idx="1"/>
            <a:endCxn id="65" idx="3"/>
          </p:cNvCxnSpPr>
          <p:nvPr/>
        </p:nvCxnSpPr>
        <p:spPr>
          <a:xfrm flipH="1" flipV="1">
            <a:off x="1755298" y="2213502"/>
            <a:ext cx="718346" cy="69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꺾인 연결선[E] 76">
            <a:extLst>
              <a:ext uri="{FF2B5EF4-FFF2-40B4-BE49-F238E27FC236}">
                <a16:creationId xmlns:a16="http://schemas.microsoft.com/office/drawing/2014/main" id="{92F647A6-2EF1-BE4B-3649-4355792C24E7}"/>
              </a:ext>
            </a:extLst>
          </p:cNvPr>
          <p:cNvCxnSpPr>
            <a:stCxn id="27" idx="0"/>
            <a:endCxn id="63" idx="3"/>
          </p:cNvCxnSpPr>
          <p:nvPr/>
        </p:nvCxnSpPr>
        <p:spPr>
          <a:xfrm rot="16200000" flipV="1">
            <a:off x="2956396" y="2506204"/>
            <a:ext cx="901491" cy="329952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6F594CA5-C556-68E2-F2C2-1FE3C3F28EE4}"/>
              </a:ext>
            </a:extLst>
          </p:cNvPr>
          <p:cNvSpPr/>
          <p:nvPr/>
        </p:nvSpPr>
        <p:spPr>
          <a:xfrm>
            <a:off x="2419335" y="5524693"/>
            <a:ext cx="768521" cy="614149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solidFill>
                  <a:schemeClr val="tx1"/>
                </a:solidFill>
              </a:rPr>
              <a:t>”Kim”</a:t>
            </a:r>
            <a:endParaRPr kumimoji="1" lang="ko-KR" altLang="en-US" dirty="0">
              <a:solidFill>
                <a:schemeClr val="tx1"/>
              </a:solidFill>
            </a:endParaRPr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735360AE-EAC6-CCE5-C5A7-910F848469C8}"/>
              </a:ext>
            </a:extLst>
          </p:cNvPr>
          <p:cNvSpPr/>
          <p:nvPr/>
        </p:nvSpPr>
        <p:spPr>
          <a:xfrm>
            <a:off x="3187856" y="5524692"/>
            <a:ext cx="768521" cy="614149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solidFill>
                  <a:srgbClr val="FF0000"/>
                </a:solidFill>
              </a:rPr>
              <a:t>5000</a:t>
            </a:r>
            <a:endParaRPr kumimoji="1" lang="ko-KR" altLang="en-US" dirty="0">
              <a:solidFill>
                <a:srgbClr val="FF0000"/>
              </a:solidFill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05A3399F-DF3E-39D6-84F3-03C594ABD490}"/>
              </a:ext>
            </a:extLst>
          </p:cNvPr>
          <p:cNvSpPr txBox="1"/>
          <p:nvPr/>
        </p:nvSpPr>
        <p:spPr>
          <a:xfrm>
            <a:off x="4569615" y="5217617"/>
            <a:ext cx="768522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1500" dirty="0">
                <a:solidFill>
                  <a:srgbClr val="FF0000"/>
                </a:solidFill>
              </a:rPr>
              <a:t>5000</a:t>
            </a:r>
            <a:endParaRPr lang="ko-KR" altLang="en-US" sz="1500" dirty="0"/>
          </a:p>
        </p:txBody>
      </p:sp>
      <p:cxnSp>
        <p:nvCxnSpPr>
          <p:cNvPr id="81" name="직선 화살표 연결선 80">
            <a:extLst>
              <a:ext uri="{FF2B5EF4-FFF2-40B4-BE49-F238E27FC236}">
                <a16:creationId xmlns:a16="http://schemas.microsoft.com/office/drawing/2014/main" id="{ED844208-F729-8DF5-8BB6-CA783F2293C1}"/>
              </a:ext>
            </a:extLst>
          </p:cNvPr>
          <p:cNvCxnSpPr>
            <a:cxnSpLocks/>
          </p:cNvCxnSpPr>
          <p:nvPr/>
        </p:nvCxnSpPr>
        <p:spPr>
          <a:xfrm>
            <a:off x="3956377" y="5831766"/>
            <a:ext cx="613239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C73FE667-BE32-AB59-6CE5-AC35ECCED8E1}"/>
              </a:ext>
            </a:extLst>
          </p:cNvPr>
          <p:cNvSpPr/>
          <p:nvPr/>
        </p:nvSpPr>
        <p:spPr>
          <a:xfrm>
            <a:off x="4569615" y="5540783"/>
            <a:ext cx="768521" cy="614149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solidFill>
                  <a:schemeClr val="tx1"/>
                </a:solidFill>
              </a:rPr>
              <a:t>”Lee”</a:t>
            </a:r>
            <a:endParaRPr kumimoji="1" lang="ko-KR" altLang="en-US" dirty="0">
              <a:solidFill>
                <a:schemeClr val="tx1"/>
              </a:solidFill>
            </a:endParaRPr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A139E496-9BC9-B742-2DB4-BEEB1DDE78F9}"/>
              </a:ext>
            </a:extLst>
          </p:cNvPr>
          <p:cNvSpPr/>
          <p:nvPr/>
        </p:nvSpPr>
        <p:spPr>
          <a:xfrm>
            <a:off x="5338136" y="5540782"/>
            <a:ext cx="768521" cy="614149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solidFill>
                  <a:srgbClr val="FF0000"/>
                </a:solidFill>
              </a:rPr>
              <a:t>2000</a:t>
            </a:r>
            <a:endParaRPr kumimoji="1" lang="ko-KR" altLang="en-US" dirty="0">
              <a:solidFill>
                <a:srgbClr val="FF0000"/>
              </a:solidFill>
            </a:endParaRPr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4A5CD0DF-7B61-CAB7-5C51-C1E7B6695DBD}"/>
              </a:ext>
            </a:extLst>
          </p:cNvPr>
          <p:cNvSpPr/>
          <p:nvPr/>
        </p:nvSpPr>
        <p:spPr>
          <a:xfrm>
            <a:off x="6719896" y="5540782"/>
            <a:ext cx="768521" cy="614149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solidFill>
                  <a:schemeClr val="tx1"/>
                </a:solidFill>
              </a:rPr>
              <a:t>”Park”</a:t>
            </a:r>
            <a:endParaRPr kumimoji="1" lang="ko-KR" altLang="en-US" dirty="0">
              <a:solidFill>
                <a:schemeClr val="tx1"/>
              </a:solidFill>
            </a:endParaRPr>
          </a:p>
        </p:txBody>
      </p: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1F8CC905-F3F1-4A68-28C4-D9E58DE10342}"/>
              </a:ext>
            </a:extLst>
          </p:cNvPr>
          <p:cNvSpPr/>
          <p:nvPr/>
        </p:nvSpPr>
        <p:spPr>
          <a:xfrm>
            <a:off x="7488417" y="5540781"/>
            <a:ext cx="768521" cy="614149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solidFill>
                  <a:srgbClr val="FF0000"/>
                </a:solidFill>
              </a:rPr>
              <a:t>1000</a:t>
            </a:r>
            <a:endParaRPr kumimoji="1" lang="ko-KR" altLang="en-US" dirty="0">
              <a:solidFill>
                <a:srgbClr val="FF0000"/>
              </a:solidFill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AB34346C-ACAC-72EC-F8AF-0A6D30EF9452}"/>
              </a:ext>
            </a:extLst>
          </p:cNvPr>
          <p:cNvSpPr txBox="1"/>
          <p:nvPr/>
        </p:nvSpPr>
        <p:spPr>
          <a:xfrm>
            <a:off x="6719895" y="5233707"/>
            <a:ext cx="768522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1500" dirty="0">
                <a:solidFill>
                  <a:srgbClr val="FF0000"/>
                </a:solidFill>
              </a:rPr>
              <a:t>2000</a:t>
            </a:r>
            <a:endParaRPr lang="ko-KR" altLang="en-US" sz="1500" dirty="0"/>
          </a:p>
        </p:txBody>
      </p:sp>
      <p:cxnSp>
        <p:nvCxnSpPr>
          <p:cNvPr id="87" name="직선 화살표 연결선 86">
            <a:extLst>
              <a:ext uri="{FF2B5EF4-FFF2-40B4-BE49-F238E27FC236}">
                <a16:creationId xmlns:a16="http://schemas.microsoft.com/office/drawing/2014/main" id="{8BFED2A6-0245-1DE9-FE22-83B80C6FCD13}"/>
              </a:ext>
            </a:extLst>
          </p:cNvPr>
          <p:cNvCxnSpPr>
            <a:endCxn id="84" idx="1"/>
          </p:cNvCxnSpPr>
          <p:nvPr/>
        </p:nvCxnSpPr>
        <p:spPr>
          <a:xfrm>
            <a:off x="6106657" y="5847856"/>
            <a:ext cx="613239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직사각형 87">
            <a:extLst>
              <a:ext uri="{FF2B5EF4-FFF2-40B4-BE49-F238E27FC236}">
                <a16:creationId xmlns:a16="http://schemas.microsoft.com/office/drawing/2014/main" id="{1871A83D-1B35-D498-8049-FE150A7DFB31}"/>
              </a:ext>
            </a:extLst>
          </p:cNvPr>
          <p:cNvSpPr/>
          <p:nvPr/>
        </p:nvSpPr>
        <p:spPr>
          <a:xfrm>
            <a:off x="1006333" y="5531933"/>
            <a:ext cx="768521" cy="614149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solidFill>
                  <a:srgbClr val="FF0000"/>
                </a:solidFill>
              </a:rPr>
              <a:t>3000</a:t>
            </a:r>
            <a:endParaRPr kumimoji="1" lang="ko-KR" altLang="en-US" dirty="0">
              <a:solidFill>
                <a:srgbClr val="FF0000"/>
              </a:solidFill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7161471A-807C-878A-E501-31308CE6A326}"/>
              </a:ext>
            </a:extLst>
          </p:cNvPr>
          <p:cNvSpPr txBox="1"/>
          <p:nvPr/>
        </p:nvSpPr>
        <p:spPr>
          <a:xfrm>
            <a:off x="2374998" y="5204044"/>
            <a:ext cx="768522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1500" dirty="0">
                <a:solidFill>
                  <a:srgbClr val="FF0000"/>
                </a:solidFill>
              </a:rPr>
              <a:t>3000</a:t>
            </a:r>
            <a:endParaRPr lang="ko-KR" altLang="en-US" sz="1500" dirty="0"/>
          </a:p>
        </p:txBody>
      </p:sp>
      <p:cxnSp>
        <p:nvCxnSpPr>
          <p:cNvPr id="90" name="직선 화살표 연결선 89">
            <a:extLst>
              <a:ext uri="{FF2B5EF4-FFF2-40B4-BE49-F238E27FC236}">
                <a16:creationId xmlns:a16="http://schemas.microsoft.com/office/drawing/2014/main" id="{613C73B2-8983-F2D7-3BB5-2828021CE627}"/>
              </a:ext>
            </a:extLst>
          </p:cNvPr>
          <p:cNvCxnSpPr>
            <a:cxnSpLocks/>
          </p:cNvCxnSpPr>
          <p:nvPr/>
        </p:nvCxnSpPr>
        <p:spPr>
          <a:xfrm>
            <a:off x="1781323" y="5836743"/>
            <a:ext cx="613239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직사각형 90">
            <a:extLst>
              <a:ext uri="{FF2B5EF4-FFF2-40B4-BE49-F238E27FC236}">
                <a16:creationId xmlns:a16="http://schemas.microsoft.com/office/drawing/2014/main" id="{BEF62573-B81A-FE3A-33AD-20E5A07BE03D}"/>
              </a:ext>
            </a:extLst>
          </p:cNvPr>
          <p:cNvSpPr/>
          <p:nvPr/>
        </p:nvSpPr>
        <p:spPr>
          <a:xfrm>
            <a:off x="8871558" y="5540782"/>
            <a:ext cx="768521" cy="614149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solidFill>
                  <a:schemeClr val="tx1"/>
                </a:solidFill>
              </a:rPr>
              <a:t>”Yoo”</a:t>
            </a:r>
            <a:endParaRPr kumimoji="1" lang="ko-KR" altLang="en-US" dirty="0">
              <a:solidFill>
                <a:schemeClr val="tx1"/>
              </a:solidFill>
            </a:endParaRPr>
          </a:p>
        </p:txBody>
      </p:sp>
      <p:sp>
        <p:nvSpPr>
          <p:cNvPr id="92" name="직사각형 91">
            <a:extLst>
              <a:ext uri="{FF2B5EF4-FFF2-40B4-BE49-F238E27FC236}">
                <a16:creationId xmlns:a16="http://schemas.microsoft.com/office/drawing/2014/main" id="{27F35211-ED90-CC12-1E7C-A84B083BBCDC}"/>
              </a:ext>
            </a:extLst>
          </p:cNvPr>
          <p:cNvSpPr/>
          <p:nvPr/>
        </p:nvSpPr>
        <p:spPr>
          <a:xfrm>
            <a:off x="9640079" y="5540781"/>
            <a:ext cx="768521" cy="614149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solidFill>
                  <a:schemeClr val="tx1"/>
                </a:solidFill>
              </a:rPr>
              <a:t>null</a:t>
            </a:r>
            <a:endParaRPr kumimoji="1" lang="ko-KR" altLang="en-US" dirty="0">
              <a:solidFill>
                <a:schemeClr val="tx1"/>
              </a:solidFill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493164D8-9378-F7C2-7D7B-7F29933AB3A0}"/>
              </a:ext>
            </a:extLst>
          </p:cNvPr>
          <p:cNvSpPr txBox="1"/>
          <p:nvPr/>
        </p:nvSpPr>
        <p:spPr>
          <a:xfrm>
            <a:off x="8871557" y="5233707"/>
            <a:ext cx="768522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1500" dirty="0">
                <a:solidFill>
                  <a:srgbClr val="FF0000"/>
                </a:solidFill>
              </a:rPr>
              <a:t>1000</a:t>
            </a:r>
            <a:endParaRPr lang="ko-KR" altLang="en-US" sz="1500" dirty="0"/>
          </a:p>
        </p:txBody>
      </p:sp>
      <p:cxnSp>
        <p:nvCxnSpPr>
          <p:cNvPr id="94" name="직선 화살표 연결선 93">
            <a:extLst>
              <a:ext uri="{FF2B5EF4-FFF2-40B4-BE49-F238E27FC236}">
                <a16:creationId xmlns:a16="http://schemas.microsoft.com/office/drawing/2014/main" id="{A94D0B89-1718-0FC4-09B8-3B2E81A85105}"/>
              </a:ext>
            </a:extLst>
          </p:cNvPr>
          <p:cNvCxnSpPr>
            <a:endCxn id="91" idx="1"/>
          </p:cNvCxnSpPr>
          <p:nvPr/>
        </p:nvCxnSpPr>
        <p:spPr>
          <a:xfrm>
            <a:off x="8258319" y="5847856"/>
            <a:ext cx="613239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TextBox 94">
            <a:extLst>
              <a:ext uri="{FF2B5EF4-FFF2-40B4-BE49-F238E27FC236}">
                <a16:creationId xmlns:a16="http://schemas.microsoft.com/office/drawing/2014/main" id="{7D6DEC0F-211F-58AF-EBA4-2123BF029AB0}"/>
              </a:ext>
            </a:extLst>
          </p:cNvPr>
          <p:cNvSpPr txBox="1"/>
          <p:nvPr/>
        </p:nvSpPr>
        <p:spPr>
          <a:xfrm>
            <a:off x="458253" y="5647100"/>
            <a:ext cx="4455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ko-KR" dirty="0"/>
              <a:t>L5</a:t>
            </a:r>
            <a:endParaRPr lang="ko-KR" altLang="en-US" dirty="0"/>
          </a:p>
        </p:txBody>
      </p:sp>
      <p:sp>
        <p:nvSpPr>
          <p:cNvPr id="96" name="직사각형 95">
            <a:extLst>
              <a:ext uri="{FF2B5EF4-FFF2-40B4-BE49-F238E27FC236}">
                <a16:creationId xmlns:a16="http://schemas.microsoft.com/office/drawing/2014/main" id="{3B83D34C-E196-662C-0CA4-3654CB6D083F}"/>
              </a:ext>
            </a:extLst>
          </p:cNvPr>
          <p:cNvSpPr/>
          <p:nvPr/>
        </p:nvSpPr>
        <p:spPr>
          <a:xfrm>
            <a:off x="2473644" y="4316126"/>
            <a:ext cx="768521" cy="614149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solidFill>
                  <a:srgbClr val="FF0000"/>
                </a:solidFill>
              </a:rPr>
              <a:t>5000</a:t>
            </a:r>
            <a:endParaRPr kumimoji="1" lang="ko-KR" altLang="en-US" dirty="0">
              <a:solidFill>
                <a:srgbClr val="FF0000"/>
              </a:solidFill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A6E28BAF-60A8-13BF-FD60-9304A0416B47}"/>
              </a:ext>
            </a:extLst>
          </p:cNvPr>
          <p:cNvSpPr txBox="1"/>
          <p:nvPr/>
        </p:nvSpPr>
        <p:spPr>
          <a:xfrm>
            <a:off x="2395872" y="3914435"/>
            <a:ext cx="9240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ko-KR" dirty="0"/>
              <a:t>current</a:t>
            </a:r>
            <a:endParaRPr lang="ko-KR" altLang="en-US" dirty="0"/>
          </a:p>
        </p:txBody>
      </p:sp>
      <p:sp>
        <p:nvSpPr>
          <p:cNvPr id="98" name="직사각형 97">
            <a:extLst>
              <a:ext uri="{FF2B5EF4-FFF2-40B4-BE49-F238E27FC236}">
                <a16:creationId xmlns:a16="http://schemas.microsoft.com/office/drawing/2014/main" id="{8873F56B-3F94-C1B2-7E71-84799A4E2AEC}"/>
              </a:ext>
            </a:extLst>
          </p:cNvPr>
          <p:cNvSpPr/>
          <p:nvPr/>
        </p:nvSpPr>
        <p:spPr>
          <a:xfrm>
            <a:off x="986777" y="4309194"/>
            <a:ext cx="768521" cy="614149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solidFill>
                  <a:srgbClr val="FF0000"/>
                </a:solidFill>
              </a:rPr>
              <a:t>3000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4F4F8EA2-A7EF-6910-A0B7-C8B76225054B}"/>
              </a:ext>
            </a:extLst>
          </p:cNvPr>
          <p:cNvSpPr txBox="1"/>
          <p:nvPr/>
        </p:nvSpPr>
        <p:spPr>
          <a:xfrm>
            <a:off x="1093109" y="3916103"/>
            <a:ext cx="5558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ko-KR" dirty="0"/>
              <a:t>pre</a:t>
            </a:r>
            <a:endParaRPr lang="ko-KR" altLang="en-US" dirty="0"/>
          </a:p>
        </p:txBody>
      </p:sp>
      <p:cxnSp>
        <p:nvCxnSpPr>
          <p:cNvPr id="100" name="직선 화살표 연결선 99">
            <a:extLst>
              <a:ext uri="{FF2B5EF4-FFF2-40B4-BE49-F238E27FC236}">
                <a16:creationId xmlns:a16="http://schemas.microsoft.com/office/drawing/2014/main" id="{60AC712D-B329-8726-666D-7D3D44DA3F69}"/>
              </a:ext>
            </a:extLst>
          </p:cNvPr>
          <p:cNvCxnSpPr>
            <a:cxnSpLocks/>
            <a:stCxn id="96" idx="1"/>
            <a:endCxn id="98" idx="3"/>
          </p:cNvCxnSpPr>
          <p:nvPr/>
        </p:nvCxnSpPr>
        <p:spPr>
          <a:xfrm flipH="1" flipV="1">
            <a:off x="1755298" y="4616269"/>
            <a:ext cx="718346" cy="69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꺾인 연결선[E] 100">
            <a:extLst>
              <a:ext uri="{FF2B5EF4-FFF2-40B4-BE49-F238E27FC236}">
                <a16:creationId xmlns:a16="http://schemas.microsoft.com/office/drawing/2014/main" id="{586C1FBA-2ED1-F59A-D8BD-47D80E3FBD99}"/>
              </a:ext>
            </a:extLst>
          </p:cNvPr>
          <p:cNvCxnSpPr>
            <a:cxnSpLocks/>
            <a:stCxn id="83" idx="0"/>
            <a:endCxn id="96" idx="3"/>
          </p:cNvCxnSpPr>
          <p:nvPr/>
        </p:nvCxnSpPr>
        <p:spPr>
          <a:xfrm rot="16200000" flipV="1">
            <a:off x="4023491" y="3841876"/>
            <a:ext cx="917581" cy="2480232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968892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485D21D-EA03-846D-00DF-343E7D5910F2}"/>
              </a:ext>
            </a:extLst>
          </p:cNvPr>
          <p:cNvSpPr txBox="1"/>
          <p:nvPr/>
        </p:nvSpPr>
        <p:spPr>
          <a:xfrm>
            <a:off x="163815" y="233311"/>
            <a:ext cx="419482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" altLang="ko-KR" sz="1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WHILE (</a:t>
            </a:r>
            <a:r>
              <a:rPr kumimoji="1" lang="en" altLang="ko-KR" sz="18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current.next</a:t>
            </a:r>
            <a:r>
              <a:rPr kumimoji="1" lang="en" altLang="ko-KR" sz="1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IS NOT NULL) DO</a:t>
            </a:r>
          </a:p>
          <a:p>
            <a:r>
              <a:rPr kumimoji="1" lang="en" altLang="ko-KR" sz="1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 </a:t>
            </a:r>
            <a:r>
              <a:rPr kumimoji="1" lang="en" altLang="ko-KR" sz="18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prev</a:t>
            </a:r>
            <a:r>
              <a:rPr kumimoji="1" lang="en" altLang="ko-KR" sz="1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= current;</a:t>
            </a:r>
          </a:p>
          <a:p>
            <a:r>
              <a:rPr kumimoji="1" lang="en" altLang="ko-KR" sz="1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 current = </a:t>
            </a:r>
            <a:r>
              <a:rPr kumimoji="1" lang="en" altLang="ko-KR" sz="18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current.next</a:t>
            </a:r>
            <a:r>
              <a:rPr kumimoji="1" lang="en" altLang="ko-KR" sz="1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;</a:t>
            </a:r>
          </a:p>
          <a:p>
            <a:r>
              <a:rPr kumimoji="1" lang="en" altLang="ko-KR" sz="1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END WHILE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A4A90A3-37A6-F4A4-1D7D-E204FA98F558}"/>
              </a:ext>
            </a:extLst>
          </p:cNvPr>
          <p:cNvSpPr/>
          <p:nvPr/>
        </p:nvSpPr>
        <p:spPr>
          <a:xfrm>
            <a:off x="2419335" y="3121926"/>
            <a:ext cx="768521" cy="614149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solidFill>
                  <a:schemeClr val="tx1"/>
                </a:solidFill>
              </a:rPr>
              <a:t>”Kim”</a:t>
            </a:r>
            <a:endParaRPr kumimoji="1" lang="ko-KR" altLang="en-US" dirty="0">
              <a:solidFill>
                <a:schemeClr val="tx1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D251450-3A4E-1C5F-8D02-576118053FA0}"/>
              </a:ext>
            </a:extLst>
          </p:cNvPr>
          <p:cNvSpPr/>
          <p:nvPr/>
        </p:nvSpPr>
        <p:spPr>
          <a:xfrm>
            <a:off x="3187856" y="3121925"/>
            <a:ext cx="768521" cy="614149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solidFill>
                  <a:srgbClr val="FF0000"/>
                </a:solidFill>
              </a:rPr>
              <a:t>5000</a:t>
            </a:r>
            <a:endParaRPr kumimoji="1" lang="ko-KR" altLang="en-US" dirty="0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6DB58C-969F-A43C-8B32-6DE0D670C394}"/>
              </a:ext>
            </a:extLst>
          </p:cNvPr>
          <p:cNvSpPr txBox="1"/>
          <p:nvPr/>
        </p:nvSpPr>
        <p:spPr>
          <a:xfrm>
            <a:off x="4569615" y="2814850"/>
            <a:ext cx="768522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1500" dirty="0">
                <a:solidFill>
                  <a:srgbClr val="FF0000"/>
                </a:solidFill>
              </a:rPr>
              <a:t>5000</a:t>
            </a:r>
            <a:endParaRPr lang="ko-KR" altLang="en-US" sz="1500" dirty="0"/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93E5864C-31E2-40DD-0430-4375D6389984}"/>
              </a:ext>
            </a:extLst>
          </p:cNvPr>
          <p:cNvCxnSpPr>
            <a:cxnSpLocks/>
          </p:cNvCxnSpPr>
          <p:nvPr/>
        </p:nvCxnSpPr>
        <p:spPr>
          <a:xfrm>
            <a:off x="3956377" y="3428999"/>
            <a:ext cx="613239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직사각형 8">
            <a:extLst>
              <a:ext uri="{FF2B5EF4-FFF2-40B4-BE49-F238E27FC236}">
                <a16:creationId xmlns:a16="http://schemas.microsoft.com/office/drawing/2014/main" id="{D701F97F-EF12-D9EF-5DED-1B62D2D21628}"/>
              </a:ext>
            </a:extLst>
          </p:cNvPr>
          <p:cNvSpPr/>
          <p:nvPr/>
        </p:nvSpPr>
        <p:spPr>
          <a:xfrm>
            <a:off x="4569615" y="3138016"/>
            <a:ext cx="768521" cy="614149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solidFill>
                  <a:schemeClr val="tx1"/>
                </a:solidFill>
              </a:rPr>
              <a:t>”Lee”</a:t>
            </a:r>
            <a:endParaRPr kumimoji="1" lang="ko-KR" altLang="en-US" dirty="0">
              <a:solidFill>
                <a:schemeClr val="tx1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0D34A91-8CDE-73FD-D369-50DA1CC0AC9D}"/>
              </a:ext>
            </a:extLst>
          </p:cNvPr>
          <p:cNvSpPr/>
          <p:nvPr/>
        </p:nvSpPr>
        <p:spPr>
          <a:xfrm>
            <a:off x="5338136" y="3138015"/>
            <a:ext cx="768521" cy="614149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solidFill>
                  <a:srgbClr val="FF0000"/>
                </a:solidFill>
              </a:rPr>
              <a:t>2000</a:t>
            </a:r>
            <a:endParaRPr kumimoji="1" lang="ko-KR" altLang="en-US" dirty="0">
              <a:solidFill>
                <a:srgbClr val="FF0000"/>
              </a:solidFill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B052F08-F059-8476-2DE3-9DC4B69DE5F9}"/>
              </a:ext>
            </a:extLst>
          </p:cNvPr>
          <p:cNvSpPr/>
          <p:nvPr/>
        </p:nvSpPr>
        <p:spPr>
          <a:xfrm>
            <a:off x="6719896" y="3138015"/>
            <a:ext cx="768521" cy="614149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solidFill>
                  <a:schemeClr val="tx1"/>
                </a:solidFill>
              </a:rPr>
              <a:t>”Park”</a:t>
            </a:r>
            <a:endParaRPr kumimoji="1" lang="ko-KR" altLang="en-US" dirty="0">
              <a:solidFill>
                <a:schemeClr val="tx1"/>
              </a:solidFill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BCFDC8D-9781-7AE9-60BD-41AFA73A3643}"/>
              </a:ext>
            </a:extLst>
          </p:cNvPr>
          <p:cNvSpPr/>
          <p:nvPr/>
        </p:nvSpPr>
        <p:spPr>
          <a:xfrm>
            <a:off x="7488417" y="3138014"/>
            <a:ext cx="768521" cy="614149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solidFill>
                  <a:srgbClr val="FF0000"/>
                </a:solidFill>
              </a:rPr>
              <a:t>1000</a:t>
            </a:r>
            <a:endParaRPr kumimoji="1" lang="ko-KR" altLang="en-US" dirty="0">
              <a:solidFill>
                <a:srgbClr val="FF00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B3BA151-FA39-9DCC-0237-D0AA1D5A332D}"/>
              </a:ext>
            </a:extLst>
          </p:cNvPr>
          <p:cNvSpPr txBox="1"/>
          <p:nvPr/>
        </p:nvSpPr>
        <p:spPr>
          <a:xfrm>
            <a:off x="6719895" y="2830940"/>
            <a:ext cx="768522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1500" dirty="0">
                <a:solidFill>
                  <a:srgbClr val="FF0000"/>
                </a:solidFill>
              </a:rPr>
              <a:t>2000</a:t>
            </a:r>
            <a:endParaRPr lang="ko-KR" altLang="en-US" sz="1500" dirty="0"/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D136432F-B0A5-8AC8-166B-1A74BF88550A}"/>
              </a:ext>
            </a:extLst>
          </p:cNvPr>
          <p:cNvCxnSpPr>
            <a:endCxn id="11" idx="1"/>
          </p:cNvCxnSpPr>
          <p:nvPr/>
        </p:nvCxnSpPr>
        <p:spPr>
          <a:xfrm>
            <a:off x="6106657" y="3445089"/>
            <a:ext cx="613239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03988B6B-8C2B-1094-E160-78222236ACAD}"/>
              </a:ext>
            </a:extLst>
          </p:cNvPr>
          <p:cNvSpPr/>
          <p:nvPr/>
        </p:nvSpPr>
        <p:spPr>
          <a:xfrm>
            <a:off x="1006333" y="3129166"/>
            <a:ext cx="768521" cy="614149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solidFill>
                  <a:srgbClr val="FF0000"/>
                </a:solidFill>
              </a:rPr>
              <a:t>3000</a:t>
            </a:r>
            <a:endParaRPr kumimoji="1" lang="ko-KR" altLang="en-US" dirty="0">
              <a:solidFill>
                <a:srgbClr val="FF000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AB43A78-3576-140C-F349-78650CB85472}"/>
              </a:ext>
            </a:extLst>
          </p:cNvPr>
          <p:cNvSpPr txBox="1"/>
          <p:nvPr/>
        </p:nvSpPr>
        <p:spPr>
          <a:xfrm>
            <a:off x="2374998" y="2801277"/>
            <a:ext cx="768522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1500" dirty="0">
                <a:solidFill>
                  <a:srgbClr val="FF0000"/>
                </a:solidFill>
              </a:rPr>
              <a:t>3000</a:t>
            </a:r>
            <a:endParaRPr lang="ko-KR" altLang="en-US" sz="1500" dirty="0"/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8DB708F0-E1CA-2545-FAF9-209D406BAF7D}"/>
              </a:ext>
            </a:extLst>
          </p:cNvPr>
          <p:cNvCxnSpPr>
            <a:cxnSpLocks/>
          </p:cNvCxnSpPr>
          <p:nvPr/>
        </p:nvCxnSpPr>
        <p:spPr>
          <a:xfrm>
            <a:off x="1781323" y="3433976"/>
            <a:ext cx="613239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FA83E6D9-5B92-744B-BA8D-C6312FFBCBFA}"/>
              </a:ext>
            </a:extLst>
          </p:cNvPr>
          <p:cNvSpPr/>
          <p:nvPr/>
        </p:nvSpPr>
        <p:spPr>
          <a:xfrm>
            <a:off x="8871558" y="3138015"/>
            <a:ext cx="768521" cy="614149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solidFill>
                  <a:schemeClr val="tx1"/>
                </a:solidFill>
              </a:rPr>
              <a:t>”Yoo”</a:t>
            </a:r>
            <a:endParaRPr kumimoji="1" lang="ko-KR" altLang="en-US" dirty="0">
              <a:solidFill>
                <a:schemeClr val="tx1"/>
              </a:solidFill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3E92400D-E1D9-42F6-D6A2-9F466E659D5C}"/>
              </a:ext>
            </a:extLst>
          </p:cNvPr>
          <p:cNvSpPr/>
          <p:nvPr/>
        </p:nvSpPr>
        <p:spPr>
          <a:xfrm>
            <a:off x="9640079" y="3138014"/>
            <a:ext cx="768521" cy="614149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solidFill>
                  <a:schemeClr val="tx1"/>
                </a:solidFill>
              </a:rPr>
              <a:t>null</a:t>
            </a:r>
            <a:endParaRPr kumimoji="1" lang="ko-KR" altLang="en-US" dirty="0">
              <a:solidFill>
                <a:schemeClr val="tx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F198224-44AE-FC68-00E8-4A088A48B0ED}"/>
              </a:ext>
            </a:extLst>
          </p:cNvPr>
          <p:cNvSpPr txBox="1"/>
          <p:nvPr/>
        </p:nvSpPr>
        <p:spPr>
          <a:xfrm>
            <a:off x="8871557" y="2830940"/>
            <a:ext cx="768522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1500" dirty="0">
                <a:solidFill>
                  <a:srgbClr val="FF0000"/>
                </a:solidFill>
              </a:rPr>
              <a:t>1000</a:t>
            </a:r>
            <a:endParaRPr lang="ko-KR" altLang="en-US" sz="1500" dirty="0"/>
          </a:p>
        </p:txBody>
      </p: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5B91843F-897E-458C-8D8F-9191F5A845C1}"/>
              </a:ext>
            </a:extLst>
          </p:cNvPr>
          <p:cNvCxnSpPr>
            <a:endCxn id="18" idx="1"/>
          </p:cNvCxnSpPr>
          <p:nvPr/>
        </p:nvCxnSpPr>
        <p:spPr>
          <a:xfrm>
            <a:off x="8258319" y="3445089"/>
            <a:ext cx="613239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F7CC4FE1-3A87-8944-19D5-322471C142E9}"/>
              </a:ext>
            </a:extLst>
          </p:cNvPr>
          <p:cNvSpPr txBox="1"/>
          <p:nvPr/>
        </p:nvSpPr>
        <p:spPr>
          <a:xfrm>
            <a:off x="458253" y="3244333"/>
            <a:ext cx="4455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ko-KR" dirty="0"/>
              <a:t>L5</a:t>
            </a:r>
            <a:endParaRPr lang="ko-KR" altLang="en-US" dirty="0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2C22BAC4-68C5-975D-CC85-05CB0A8F9CD9}"/>
              </a:ext>
            </a:extLst>
          </p:cNvPr>
          <p:cNvSpPr/>
          <p:nvPr/>
        </p:nvSpPr>
        <p:spPr>
          <a:xfrm>
            <a:off x="2473644" y="1913359"/>
            <a:ext cx="768521" cy="614149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solidFill>
                  <a:srgbClr val="FF0000"/>
                </a:solidFill>
              </a:rPr>
              <a:t>2000</a:t>
            </a:r>
            <a:endParaRPr kumimoji="1" lang="ko-KR" altLang="en-US" dirty="0">
              <a:solidFill>
                <a:srgbClr val="FF0000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41B4ADF-5D37-31A0-08A4-DFBA29BBFF21}"/>
              </a:ext>
            </a:extLst>
          </p:cNvPr>
          <p:cNvSpPr txBox="1"/>
          <p:nvPr/>
        </p:nvSpPr>
        <p:spPr>
          <a:xfrm>
            <a:off x="2395872" y="1511668"/>
            <a:ext cx="9240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ko-KR" dirty="0"/>
              <a:t>current</a:t>
            </a:r>
            <a:endParaRPr lang="ko-KR" altLang="en-US" dirty="0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D9015B15-6D16-F989-002B-29C7421BC303}"/>
              </a:ext>
            </a:extLst>
          </p:cNvPr>
          <p:cNvSpPr/>
          <p:nvPr/>
        </p:nvSpPr>
        <p:spPr>
          <a:xfrm>
            <a:off x="986777" y="1906427"/>
            <a:ext cx="768521" cy="614149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solidFill>
                  <a:srgbClr val="FF0000"/>
                </a:solidFill>
              </a:rPr>
              <a:t>5000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38B303D-0FFD-6651-AAAD-36E052E6756B}"/>
              </a:ext>
            </a:extLst>
          </p:cNvPr>
          <p:cNvSpPr txBox="1"/>
          <p:nvPr/>
        </p:nvSpPr>
        <p:spPr>
          <a:xfrm>
            <a:off x="1093109" y="1513336"/>
            <a:ext cx="5558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ko-KR" dirty="0"/>
              <a:t>pre</a:t>
            </a:r>
            <a:endParaRPr lang="ko-KR" altLang="en-US" dirty="0"/>
          </a:p>
        </p:txBody>
      </p: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043EFC6F-3B03-C02C-BA1F-ADDF44E3F2E0}"/>
              </a:ext>
            </a:extLst>
          </p:cNvPr>
          <p:cNvCxnSpPr>
            <a:cxnSpLocks/>
            <a:stCxn id="23" idx="1"/>
            <a:endCxn id="25" idx="3"/>
          </p:cNvCxnSpPr>
          <p:nvPr/>
        </p:nvCxnSpPr>
        <p:spPr>
          <a:xfrm flipH="1" flipV="1">
            <a:off x="1755298" y="2213502"/>
            <a:ext cx="718346" cy="69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꺾인 연결선[E] 27">
            <a:extLst>
              <a:ext uri="{FF2B5EF4-FFF2-40B4-BE49-F238E27FC236}">
                <a16:creationId xmlns:a16="http://schemas.microsoft.com/office/drawing/2014/main" id="{26B203E6-55FE-2B8A-C145-9CB6B761D75E}"/>
              </a:ext>
            </a:extLst>
          </p:cNvPr>
          <p:cNvCxnSpPr>
            <a:cxnSpLocks/>
            <a:stCxn id="10" idx="0"/>
            <a:endCxn id="23" idx="3"/>
          </p:cNvCxnSpPr>
          <p:nvPr/>
        </p:nvCxnSpPr>
        <p:spPr>
          <a:xfrm rot="16200000" flipV="1">
            <a:off x="4023491" y="1439109"/>
            <a:ext cx="917581" cy="2480232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9CCA6228-2553-93C5-1553-5ECE5DB68FCE}"/>
              </a:ext>
            </a:extLst>
          </p:cNvPr>
          <p:cNvSpPr/>
          <p:nvPr/>
        </p:nvSpPr>
        <p:spPr>
          <a:xfrm>
            <a:off x="2419335" y="5524693"/>
            <a:ext cx="768521" cy="614149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solidFill>
                  <a:schemeClr val="tx1"/>
                </a:solidFill>
              </a:rPr>
              <a:t>”Kim”</a:t>
            </a:r>
            <a:endParaRPr kumimoji="1" lang="ko-KR" altLang="en-US" dirty="0">
              <a:solidFill>
                <a:schemeClr val="tx1"/>
              </a:solidFill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4B7AF8ED-E560-73AF-7090-AABFA8005728}"/>
              </a:ext>
            </a:extLst>
          </p:cNvPr>
          <p:cNvSpPr/>
          <p:nvPr/>
        </p:nvSpPr>
        <p:spPr>
          <a:xfrm>
            <a:off x="3187856" y="5524692"/>
            <a:ext cx="768521" cy="614149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solidFill>
                  <a:srgbClr val="FF0000"/>
                </a:solidFill>
              </a:rPr>
              <a:t>5000</a:t>
            </a:r>
            <a:endParaRPr kumimoji="1" lang="ko-KR" altLang="en-US" dirty="0">
              <a:solidFill>
                <a:srgbClr val="FF0000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0DBB44B-0DA7-03FF-EF89-B3FC56CE39AA}"/>
              </a:ext>
            </a:extLst>
          </p:cNvPr>
          <p:cNvSpPr txBox="1"/>
          <p:nvPr/>
        </p:nvSpPr>
        <p:spPr>
          <a:xfrm>
            <a:off x="4569615" y="5217617"/>
            <a:ext cx="768522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1500" dirty="0">
                <a:solidFill>
                  <a:srgbClr val="FF0000"/>
                </a:solidFill>
              </a:rPr>
              <a:t>5000</a:t>
            </a:r>
            <a:endParaRPr lang="ko-KR" altLang="en-US" sz="1500" dirty="0"/>
          </a:p>
        </p:txBody>
      </p: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3514CE16-D6B8-BD7E-FCC2-D7CAA2BDD406}"/>
              </a:ext>
            </a:extLst>
          </p:cNvPr>
          <p:cNvCxnSpPr>
            <a:cxnSpLocks/>
          </p:cNvCxnSpPr>
          <p:nvPr/>
        </p:nvCxnSpPr>
        <p:spPr>
          <a:xfrm>
            <a:off x="3956377" y="5831766"/>
            <a:ext cx="613239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2A182DFD-3ECE-E0A8-4F4E-063D5B54074E}"/>
              </a:ext>
            </a:extLst>
          </p:cNvPr>
          <p:cNvSpPr/>
          <p:nvPr/>
        </p:nvSpPr>
        <p:spPr>
          <a:xfrm>
            <a:off x="4569615" y="5540783"/>
            <a:ext cx="768521" cy="614149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solidFill>
                  <a:schemeClr val="tx1"/>
                </a:solidFill>
              </a:rPr>
              <a:t>”Lee”</a:t>
            </a:r>
            <a:endParaRPr kumimoji="1" lang="ko-KR" altLang="en-US" dirty="0">
              <a:solidFill>
                <a:schemeClr val="tx1"/>
              </a:solidFill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D6D03B12-9484-A791-F1B0-F498BC2E388D}"/>
              </a:ext>
            </a:extLst>
          </p:cNvPr>
          <p:cNvSpPr/>
          <p:nvPr/>
        </p:nvSpPr>
        <p:spPr>
          <a:xfrm>
            <a:off x="5338136" y="5540782"/>
            <a:ext cx="768521" cy="614149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solidFill>
                  <a:srgbClr val="FF0000"/>
                </a:solidFill>
              </a:rPr>
              <a:t>2000</a:t>
            </a:r>
            <a:endParaRPr kumimoji="1" lang="ko-KR" altLang="en-US" dirty="0">
              <a:solidFill>
                <a:srgbClr val="FF0000"/>
              </a:solidFill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7AC9D775-6179-8D72-DF44-348DFDAEBC9B}"/>
              </a:ext>
            </a:extLst>
          </p:cNvPr>
          <p:cNvSpPr/>
          <p:nvPr/>
        </p:nvSpPr>
        <p:spPr>
          <a:xfrm>
            <a:off x="6719896" y="5540782"/>
            <a:ext cx="768521" cy="614149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solidFill>
                  <a:schemeClr val="tx1"/>
                </a:solidFill>
              </a:rPr>
              <a:t>”Park”</a:t>
            </a:r>
            <a:endParaRPr kumimoji="1" lang="ko-KR" altLang="en-US" dirty="0">
              <a:solidFill>
                <a:schemeClr val="tx1"/>
              </a:solidFill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D032C3C4-010F-3197-BA89-E7870E804CD8}"/>
              </a:ext>
            </a:extLst>
          </p:cNvPr>
          <p:cNvSpPr/>
          <p:nvPr/>
        </p:nvSpPr>
        <p:spPr>
          <a:xfrm>
            <a:off x="7488417" y="5540781"/>
            <a:ext cx="768521" cy="614149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solidFill>
                  <a:srgbClr val="FF0000"/>
                </a:solidFill>
              </a:rPr>
              <a:t>1000</a:t>
            </a:r>
            <a:endParaRPr kumimoji="1" lang="ko-KR" altLang="en-US" dirty="0">
              <a:solidFill>
                <a:srgbClr val="FF0000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3226E0A-2B69-52E7-A0B9-2F87439B8D0B}"/>
              </a:ext>
            </a:extLst>
          </p:cNvPr>
          <p:cNvSpPr txBox="1"/>
          <p:nvPr/>
        </p:nvSpPr>
        <p:spPr>
          <a:xfrm>
            <a:off x="6719895" y="5233707"/>
            <a:ext cx="768522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1500" dirty="0">
                <a:solidFill>
                  <a:srgbClr val="FF0000"/>
                </a:solidFill>
              </a:rPr>
              <a:t>2000</a:t>
            </a:r>
            <a:endParaRPr lang="ko-KR" altLang="en-US" sz="1500" dirty="0"/>
          </a:p>
        </p:txBody>
      </p: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5E2EB0CC-F427-89ED-6942-69C63E170CF0}"/>
              </a:ext>
            </a:extLst>
          </p:cNvPr>
          <p:cNvCxnSpPr>
            <a:endCxn id="35" idx="1"/>
          </p:cNvCxnSpPr>
          <p:nvPr/>
        </p:nvCxnSpPr>
        <p:spPr>
          <a:xfrm>
            <a:off x="6106657" y="5847856"/>
            <a:ext cx="613239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006BDC91-A7B9-CEFE-2140-C348461FFCE2}"/>
              </a:ext>
            </a:extLst>
          </p:cNvPr>
          <p:cNvSpPr/>
          <p:nvPr/>
        </p:nvSpPr>
        <p:spPr>
          <a:xfrm>
            <a:off x="1006333" y="5531933"/>
            <a:ext cx="768521" cy="614149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solidFill>
                  <a:srgbClr val="FF0000"/>
                </a:solidFill>
              </a:rPr>
              <a:t>3000</a:t>
            </a:r>
            <a:endParaRPr kumimoji="1" lang="ko-KR" altLang="en-US" dirty="0">
              <a:solidFill>
                <a:srgbClr val="FF0000"/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FA08D00-872D-B15D-65B3-1640CFCE8EA7}"/>
              </a:ext>
            </a:extLst>
          </p:cNvPr>
          <p:cNvSpPr txBox="1"/>
          <p:nvPr/>
        </p:nvSpPr>
        <p:spPr>
          <a:xfrm>
            <a:off x="2374998" y="5204044"/>
            <a:ext cx="768522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1500" dirty="0">
                <a:solidFill>
                  <a:srgbClr val="FF0000"/>
                </a:solidFill>
              </a:rPr>
              <a:t>3000</a:t>
            </a:r>
            <a:endParaRPr lang="ko-KR" altLang="en-US" sz="1500" dirty="0"/>
          </a:p>
        </p:txBody>
      </p: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4DF4D8A0-42ED-C110-AF9A-F0602F5B5D82}"/>
              </a:ext>
            </a:extLst>
          </p:cNvPr>
          <p:cNvCxnSpPr>
            <a:cxnSpLocks/>
          </p:cNvCxnSpPr>
          <p:nvPr/>
        </p:nvCxnSpPr>
        <p:spPr>
          <a:xfrm>
            <a:off x="1781323" y="5836743"/>
            <a:ext cx="613239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4B1CAF52-5B76-974D-C4D8-C2AF6198F845}"/>
              </a:ext>
            </a:extLst>
          </p:cNvPr>
          <p:cNvSpPr/>
          <p:nvPr/>
        </p:nvSpPr>
        <p:spPr>
          <a:xfrm>
            <a:off x="8871558" y="5540782"/>
            <a:ext cx="768521" cy="614149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solidFill>
                  <a:schemeClr val="tx1"/>
                </a:solidFill>
              </a:rPr>
              <a:t>”Yoo”</a:t>
            </a:r>
            <a:endParaRPr kumimoji="1" lang="ko-KR" altLang="en-US" dirty="0">
              <a:solidFill>
                <a:schemeClr val="tx1"/>
              </a:solidFill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F3EB877E-3A0B-1A03-B1A6-FA9F4CC1B857}"/>
              </a:ext>
            </a:extLst>
          </p:cNvPr>
          <p:cNvSpPr/>
          <p:nvPr/>
        </p:nvSpPr>
        <p:spPr>
          <a:xfrm>
            <a:off x="9640079" y="5540781"/>
            <a:ext cx="768521" cy="614149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solidFill>
                  <a:schemeClr val="tx1"/>
                </a:solidFill>
              </a:rPr>
              <a:t>null</a:t>
            </a:r>
            <a:endParaRPr kumimoji="1" lang="ko-KR" altLang="en-US" dirty="0">
              <a:solidFill>
                <a:schemeClr val="tx1"/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B65AFCF-C0B3-2D5E-2ABD-DD39D566DDED}"/>
              </a:ext>
            </a:extLst>
          </p:cNvPr>
          <p:cNvSpPr txBox="1"/>
          <p:nvPr/>
        </p:nvSpPr>
        <p:spPr>
          <a:xfrm>
            <a:off x="8871557" y="5233707"/>
            <a:ext cx="768522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1500" dirty="0">
                <a:solidFill>
                  <a:srgbClr val="FF0000"/>
                </a:solidFill>
              </a:rPr>
              <a:t>1000</a:t>
            </a:r>
            <a:endParaRPr lang="ko-KR" altLang="en-US" sz="1500" dirty="0"/>
          </a:p>
        </p:txBody>
      </p: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D904FBC5-8EE9-98ED-C26F-76B8D43C5EC4}"/>
              </a:ext>
            </a:extLst>
          </p:cNvPr>
          <p:cNvCxnSpPr>
            <a:endCxn id="42" idx="1"/>
          </p:cNvCxnSpPr>
          <p:nvPr/>
        </p:nvCxnSpPr>
        <p:spPr>
          <a:xfrm>
            <a:off x="8258319" y="5847856"/>
            <a:ext cx="613239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BD6799A9-5E6C-145E-A12F-60141B1D3348}"/>
              </a:ext>
            </a:extLst>
          </p:cNvPr>
          <p:cNvSpPr txBox="1"/>
          <p:nvPr/>
        </p:nvSpPr>
        <p:spPr>
          <a:xfrm>
            <a:off x="458253" y="5647100"/>
            <a:ext cx="4455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ko-KR" dirty="0"/>
              <a:t>L5</a:t>
            </a:r>
            <a:endParaRPr lang="ko-KR" altLang="en-US" dirty="0"/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D8734079-2263-1710-B53F-7B3CDAB448CD}"/>
              </a:ext>
            </a:extLst>
          </p:cNvPr>
          <p:cNvSpPr/>
          <p:nvPr/>
        </p:nvSpPr>
        <p:spPr>
          <a:xfrm>
            <a:off x="2473644" y="4316126"/>
            <a:ext cx="768521" cy="614149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solidFill>
                  <a:srgbClr val="FF0000"/>
                </a:solidFill>
              </a:rPr>
              <a:t>1000</a:t>
            </a:r>
            <a:endParaRPr kumimoji="1" lang="ko-KR" altLang="en-US" dirty="0">
              <a:solidFill>
                <a:srgbClr val="FF0000"/>
              </a:solidFill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57E4ACE-B94E-07B0-65AF-23EA8A5D6E30}"/>
              </a:ext>
            </a:extLst>
          </p:cNvPr>
          <p:cNvSpPr txBox="1"/>
          <p:nvPr/>
        </p:nvSpPr>
        <p:spPr>
          <a:xfrm>
            <a:off x="2395872" y="3914435"/>
            <a:ext cx="9240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ko-KR" dirty="0"/>
              <a:t>current</a:t>
            </a:r>
            <a:endParaRPr lang="ko-KR" altLang="en-US" dirty="0"/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5A32EF2F-3BD6-FA98-CAF0-AFB67860BD3B}"/>
              </a:ext>
            </a:extLst>
          </p:cNvPr>
          <p:cNvSpPr/>
          <p:nvPr/>
        </p:nvSpPr>
        <p:spPr>
          <a:xfrm>
            <a:off x="986777" y="4309194"/>
            <a:ext cx="768521" cy="614149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solidFill>
                  <a:srgbClr val="FF0000"/>
                </a:solidFill>
              </a:rPr>
              <a:t>2000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BA9E339-2068-F305-E602-C3A59736DE2C}"/>
              </a:ext>
            </a:extLst>
          </p:cNvPr>
          <p:cNvSpPr txBox="1"/>
          <p:nvPr/>
        </p:nvSpPr>
        <p:spPr>
          <a:xfrm>
            <a:off x="1093109" y="3916103"/>
            <a:ext cx="5558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ko-KR" dirty="0"/>
              <a:t>pre</a:t>
            </a:r>
            <a:endParaRPr lang="ko-KR" altLang="en-US" dirty="0"/>
          </a:p>
        </p:txBody>
      </p:sp>
      <p:cxnSp>
        <p:nvCxnSpPr>
          <p:cNvPr id="51" name="직선 화살표 연결선 50">
            <a:extLst>
              <a:ext uri="{FF2B5EF4-FFF2-40B4-BE49-F238E27FC236}">
                <a16:creationId xmlns:a16="http://schemas.microsoft.com/office/drawing/2014/main" id="{8E05A972-3661-A85A-3BB1-F73FE1180147}"/>
              </a:ext>
            </a:extLst>
          </p:cNvPr>
          <p:cNvCxnSpPr>
            <a:cxnSpLocks/>
            <a:stCxn id="47" idx="1"/>
            <a:endCxn id="49" idx="3"/>
          </p:cNvCxnSpPr>
          <p:nvPr/>
        </p:nvCxnSpPr>
        <p:spPr>
          <a:xfrm flipH="1" flipV="1">
            <a:off x="1755298" y="4616269"/>
            <a:ext cx="718346" cy="69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꺾인 연결선[E] 51">
            <a:extLst>
              <a:ext uri="{FF2B5EF4-FFF2-40B4-BE49-F238E27FC236}">
                <a16:creationId xmlns:a16="http://schemas.microsoft.com/office/drawing/2014/main" id="{7B835432-E7B5-9386-4A2D-AE8D816485F4}"/>
              </a:ext>
            </a:extLst>
          </p:cNvPr>
          <p:cNvCxnSpPr>
            <a:cxnSpLocks/>
            <a:stCxn id="36" idx="0"/>
            <a:endCxn id="47" idx="3"/>
          </p:cNvCxnSpPr>
          <p:nvPr/>
        </p:nvCxnSpPr>
        <p:spPr>
          <a:xfrm rot="16200000" flipV="1">
            <a:off x="5098632" y="2766734"/>
            <a:ext cx="917580" cy="4630513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86374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89FD734-4142-01B0-98E8-80A06945B9E0}"/>
              </a:ext>
            </a:extLst>
          </p:cNvPr>
          <p:cNvSpPr txBox="1"/>
          <p:nvPr/>
        </p:nvSpPr>
        <p:spPr>
          <a:xfrm>
            <a:off x="519415" y="924191"/>
            <a:ext cx="419482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" altLang="ko-KR" sz="1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WHILE (</a:t>
            </a:r>
            <a:r>
              <a:rPr kumimoji="1" lang="en" altLang="ko-KR" sz="18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current.next</a:t>
            </a:r>
            <a:r>
              <a:rPr kumimoji="1" lang="en" altLang="ko-KR" sz="1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IS NOT NULL) DO</a:t>
            </a:r>
          </a:p>
          <a:p>
            <a:r>
              <a:rPr kumimoji="1" lang="en" altLang="ko-KR" sz="1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 </a:t>
            </a:r>
            <a:r>
              <a:rPr kumimoji="1" lang="en" altLang="ko-KR" sz="18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prev</a:t>
            </a:r>
            <a:r>
              <a:rPr kumimoji="1" lang="en" altLang="ko-KR" sz="1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= current;</a:t>
            </a:r>
          </a:p>
          <a:p>
            <a:r>
              <a:rPr kumimoji="1" lang="en" altLang="ko-KR" sz="1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 current = </a:t>
            </a:r>
            <a:r>
              <a:rPr kumimoji="1" lang="en" altLang="ko-KR" sz="18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current.next</a:t>
            </a:r>
            <a:r>
              <a:rPr kumimoji="1" lang="en" altLang="ko-KR" sz="1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;</a:t>
            </a:r>
          </a:p>
          <a:p>
            <a:r>
              <a:rPr kumimoji="1" lang="en" altLang="ko-KR" sz="1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END WHILE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48228BF-FBEF-BCBD-6ACB-7F0D9692EF7B}"/>
              </a:ext>
            </a:extLst>
          </p:cNvPr>
          <p:cNvSpPr/>
          <p:nvPr/>
        </p:nvSpPr>
        <p:spPr>
          <a:xfrm>
            <a:off x="2774935" y="3812806"/>
            <a:ext cx="768521" cy="614149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solidFill>
                  <a:schemeClr val="tx1"/>
                </a:solidFill>
              </a:rPr>
              <a:t>”Kim”</a:t>
            </a:r>
            <a:endParaRPr kumimoji="1" lang="ko-KR" altLang="en-US" dirty="0">
              <a:solidFill>
                <a:schemeClr val="tx1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95A21B3-B77B-8458-C04C-3D44B4A39363}"/>
              </a:ext>
            </a:extLst>
          </p:cNvPr>
          <p:cNvSpPr/>
          <p:nvPr/>
        </p:nvSpPr>
        <p:spPr>
          <a:xfrm>
            <a:off x="3543456" y="3812805"/>
            <a:ext cx="768521" cy="614149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solidFill>
                  <a:srgbClr val="FF0000"/>
                </a:solidFill>
              </a:rPr>
              <a:t>5000</a:t>
            </a:r>
            <a:endParaRPr kumimoji="1" lang="ko-KR" altLang="en-US" dirty="0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58A5FE8-C40D-556F-941B-B06C7A809C62}"/>
              </a:ext>
            </a:extLst>
          </p:cNvPr>
          <p:cNvSpPr txBox="1"/>
          <p:nvPr/>
        </p:nvSpPr>
        <p:spPr>
          <a:xfrm>
            <a:off x="4925215" y="3505730"/>
            <a:ext cx="768522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1500" dirty="0">
                <a:solidFill>
                  <a:srgbClr val="FF0000"/>
                </a:solidFill>
              </a:rPr>
              <a:t>5000</a:t>
            </a:r>
            <a:endParaRPr lang="ko-KR" altLang="en-US" sz="1500" dirty="0"/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163C0501-530E-9A7B-50F1-DDBF96C40867}"/>
              </a:ext>
            </a:extLst>
          </p:cNvPr>
          <p:cNvCxnSpPr>
            <a:cxnSpLocks/>
          </p:cNvCxnSpPr>
          <p:nvPr/>
        </p:nvCxnSpPr>
        <p:spPr>
          <a:xfrm>
            <a:off x="4311977" y="4119879"/>
            <a:ext cx="613239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직사각형 8">
            <a:extLst>
              <a:ext uri="{FF2B5EF4-FFF2-40B4-BE49-F238E27FC236}">
                <a16:creationId xmlns:a16="http://schemas.microsoft.com/office/drawing/2014/main" id="{08E31937-82ED-9962-A437-80F7F262D7DA}"/>
              </a:ext>
            </a:extLst>
          </p:cNvPr>
          <p:cNvSpPr/>
          <p:nvPr/>
        </p:nvSpPr>
        <p:spPr>
          <a:xfrm>
            <a:off x="4925215" y="3828896"/>
            <a:ext cx="768521" cy="614149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solidFill>
                  <a:schemeClr val="tx1"/>
                </a:solidFill>
              </a:rPr>
              <a:t>”Lee”</a:t>
            </a:r>
            <a:endParaRPr kumimoji="1" lang="ko-KR" altLang="en-US" dirty="0">
              <a:solidFill>
                <a:schemeClr val="tx1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CC70FD5-10BA-4417-00A9-270A05DA2B41}"/>
              </a:ext>
            </a:extLst>
          </p:cNvPr>
          <p:cNvSpPr/>
          <p:nvPr/>
        </p:nvSpPr>
        <p:spPr>
          <a:xfrm>
            <a:off x="5693736" y="3828895"/>
            <a:ext cx="768521" cy="614149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solidFill>
                  <a:srgbClr val="FF0000"/>
                </a:solidFill>
              </a:rPr>
              <a:t>2000</a:t>
            </a:r>
            <a:endParaRPr kumimoji="1" lang="ko-KR" altLang="en-US" dirty="0">
              <a:solidFill>
                <a:srgbClr val="FF0000"/>
              </a:solidFill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97A21437-525B-07B7-C299-9060CBE1D01E}"/>
              </a:ext>
            </a:extLst>
          </p:cNvPr>
          <p:cNvSpPr/>
          <p:nvPr/>
        </p:nvSpPr>
        <p:spPr>
          <a:xfrm>
            <a:off x="7075496" y="3828895"/>
            <a:ext cx="768521" cy="614149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solidFill>
                  <a:schemeClr val="tx1"/>
                </a:solidFill>
              </a:rPr>
              <a:t>”Park”</a:t>
            </a:r>
            <a:endParaRPr kumimoji="1" lang="ko-KR" altLang="en-US" dirty="0">
              <a:solidFill>
                <a:schemeClr val="tx1"/>
              </a:solidFill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C55991C-2069-CDB3-1D2F-176C2EE919FD}"/>
              </a:ext>
            </a:extLst>
          </p:cNvPr>
          <p:cNvSpPr/>
          <p:nvPr/>
        </p:nvSpPr>
        <p:spPr>
          <a:xfrm>
            <a:off x="7844017" y="3828894"/>
            <a:ext cx="768521" cy="614149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solidFill>
                  <a:srgbClr val="FF0000"/>
                </a:solidFill>
              </a:rPr>
              <a:t>1000</a:t>
            </a:r>
            <a:endParaRPr kumimoji="1" lang="ko-KR" altLang="en-US" dirty="0">
              <a:solidFill>
                <a:srgbClr val="FF00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EB3323D-37AF-0D67-9BF1-40AF2A4FAC72}"/>
              </a:ext>
            </a:extLst>
          </p:cNvPr>
          <p:cNvSpPr txBox="1"/>
          <p:nvPr/>
        </p:nvSpPr>
        <p:spPr>
          <a:xfrm>
            <a:off x="7075495" y="3521820"/>
            <a:ext cx="768522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1500" dirty="0">
                <a:solidFill>
                  <a:srgbClr val="FF0000"/>
                </a:solidFill>
              </a:rPr>
              <a:t>2000</a:t>
            </a:r>
            <a:endParaRPr lang="ko-KR" altLang="en-US" sz="1500" dirty="0"/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E72E861A-FA41-A24B-3C3E-15512B80F19A}"/>
              </a:ext>
            </a:extLst>
          </p:cNvPr>
          <p:cNvCxnSpPr>
            <a:endCxn id="11" idx="1"/>
          </p:cNvCxnSpPr>
          <p:nvPr/>
        </p:nvCxnSpPr>
        <p:spPr>
          <a:xfrm>
            <a:off x="6462257" y="4135969"/>
            <a:ext cx="613239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F9D42FDD-D9FA-1659-678B-84F91417ED41}"/>
              </a:ext>
            </a:extLst>
          </p:cNvPr>
          <p:cNvSpPr/>
          <p:nvPr/>
        </p:nvSpPr>
        <p:spPr>
          <a:xfrm>
            <a:off x="1361933" y="3820046"/>
            <a:ext cx="768521" cy="614149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solidFill>
                  <a:srgbClr val="FF0000"/>
                </a:solidFill>
              </a:rPr>
              <a:t>3000</a:t>
            </a:r>
            <a:endParaRPr kumimoji="1" lang="ko-KR" altLang="en-US" dirty="0">
              <a:solidFill>
                <a:srgbClr val="FF000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4A233EB-38F7-F351-5BB6-4E67E39AF553}"/>
              </a:ext>
            </a:extLst>
          </p:cNvPr>
          <p:cNvSpPr txBox="1"/>
          <p:nvPr/>
        </p:nvSpPr>
        <p:spPr>
          <a:xfrm>
            <a:off x="2730598" y="3492157"/>
            <a:ext cx="768522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1500" dirty="0">
                <a:solidFill>
                  <a:srgbClr val="FF0000"/>
                </a:solidFill>
              </a:rPr>
              <a:t>3000</a:t>
            </a:r>
            <a:endParaRPr lang="ko-KR" altLang="en-US" sz="1500" dirty="0"/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981F605B-72AA-FDC9-110B-3FA495D98D39}"/>
              </a:ext>
            </a:extLst>
          </p:cNvPr>
          <p:cNvCxnSpPr>
            <a:cxnSpLocks/>
          </p:cNvCxnSpPr>
          <p:nvPr/>
        </p:nvCxnSpPr>
        <p:spPr>
          <a:xfrm>
            <a:off x="2136923" y="4124856"/>
            <a:ext cx="613239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2D5DBD74-1ED2-FF4B-849D-A0AD2CFCFDFA}"/>
              </a:ext>
            </a:extLst>
          </p:cNvPr>
          <p:cNvSpPr/>
          <p:nvPr/>
        </p:nvSpPr>
        <p:spPr>
          <a:xfrm>
            <a:off x="9227158" y="3828895"/>
            <a:ext cx="768521" cy="614149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solidFill>
                  <a:schemeClr val="tx1"/>
                </a:solidFill>
              </a:rPr>
              <a:t>”Yoo”</a:t>
            </a:r>
            <a:endParaRPr kumimoji="1" lang="ko-KR" altLang="en-US" dirty="0">
              <a:solidFill>
                <a:schemeClr val="tx1"/>
              </a:solidFill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62F28787-4E8D-9F08-A54F-F2534542C828}"/>
              </a:ext>
            </a:extLst>
          </p:cNvPr>
          <p:cNvSpPr/>
          <p:nvPr/>
        </p:nvSpPr>
        <p:spPr>
          <a:xfrm>
            <a:off x="9995679" y="3828894"/>
            <a:ext cx="768521" cy="614149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solidFill>
                  <a:schemeClr val="tx1"/>
                </a:solidFill>
              </a:rPr>
              <a:t>null</a:t>
            </a:r>
            <a:endParaRPr kumimoji="1" lang="ko-KR" altLang="en-US" dirty="0">
              <a:solidFill>
                <a:schemeClr val="tx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25EBBA7-0F7F-0625-FABE-5D62B277A216}"/>
              </a:ext>
            </a:extLst>
          </p:cNvPr>
          <p:cNvSpPr txBox="1"/>
          <p:nvPr/>
        </p:nvSpPr>
        <p:spPr>
          <a:xfrm>
            <a:off x="9227157" y="3521820"/>
            <a:ext cx="768522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1500" dirty="0">
                <a:solidFill>
                  <a:srgbClr val="FF0000"/>
                </a:solidFill>
              </a:rPr>
              <a:t>1000</a:t>
            </a:r>
            <a:endParaRPr lang="ko-KR" altLang="en-US" sz="1500" dirty="0"/>
          </a:p>
        </p:txBody>
      </p: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9AE07D1F-1AD0-D551-E587-FBD1DBE34677}"/>
              </a:ext>
            </a:extLst>
          </p:cNvPr>
          <p:cNvCxnSpPr>
            <a:endCxn id="18" idx="1"/>
          </p:cNvCxnSpPr>
          <p:nvPr/>
        </p:nvCxnSpPr>
        <p:spPr>
          <a:xfrm>
            <a:off x="8613919" y="4135969"/>
            <a:ext cx="613239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02A424B4-CF04-2087-967E-9E20DFDB4651}"/>
              </a:ext>
            </a:extLst>
          </p:cNvPr>
          <p:cNvSpPr txBox="1"/>
          <p:nvPr/>
        </p:nvSpPr>
        <p:spPr>
          <a:xfrm>
            <a:off x="813853" y="3935213"/>
            <a:ext cx="4455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ko-KR" dirty="0"/>
              <a:t>L5</a:t>
            </a:r>
            <a:endParaRPr lang="ko-KR" altLang="en-US" dirty="0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FCD7726E-ADE9-FA8D-8F85-C8CD21264ACA}"/>
              </a:ext>
            </a:extLst>
          </p:cNvPr>
          <p:cNvSpPr/>
          <p:nvPr/>
        </p:nvSpPr>
        <p:spPr>
          <a:xfrm>
            <a:off x="9995679" y="2607954"/>
            <a:ext cx="768521" cy="614149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solidFill>
                  <a:srgbClr val="FF0000"/>
                </a:solidFill>
              </a:rPr>
              <a:t>null</a:t>
            </a:r>
            <a:endParaRPr kumimoji="1" lang="ko-KR" altLang="en-US" dirty="0">
              <a:solidFill>
                <a:srgbClr val="FF0000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A54CA00-5317-3D36-193D-F5FEE3931680}"/>
              </a:ext>
            </a:extLst>
          </p:cNvPr>
          <p:cNvSpPr txBox="1"/>
          <p:nvPr/>
        </p:nvSpPr>
        <p:spPr>
          <a:xfrm>
            <a:off x="9917907" y="2206263"/>
            <a:ext cx="9240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ko-KR" dirty="0"/>
              <a:t>current</a:t>
            </a:r>
            <a:endParaRPr lang="ko-KR" altLang="en-US" dirty="0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C5A47A8C-AC5D-256E-00EB-BC74C57356B3}"/>
              </a:ext>
            </a:extLst>
          </p:cNvPr>
          <p:cNvSpPr/>
          <p:nvPr/>
        </p:nvSpPr>
        <p:spPr>
          <a:xfrm>
            <a:off x="7844017" y="2580908"/>
            <a:ext cx="768521" cy="614149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solidFill>
                  <a:srgbClr val="FF0000"/>
                </a:solidFill>
              </a:rPr>
              <a:t>1000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D4F9FED-1E89-63BA-8044-EEBC2D1997D0}"/>
              </a:ext>
            </a:extLst>
          </p:cNvPr>
          <p:cNvSpPr txBox="1"/>
          <p:nvPr/>
        </p:nvSpPr>
        <p:spPr>
          <a:xfrm>
            <a:off x="7950349" y="2187817"/>
            <a:ext cx="5558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ko-KR" dirty="0"/>
              <a:t>pre</a:t>
            </a:r>
            <a:endParaRPr lang="ko-KR" altLang="en-US" dirty="0"/>
          </a:p>
        </p:txBody>
      </p: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97686FBD-C809-FB48-F828-2F516AAEE433}"/>
              </a:ext>
            </a:extLst>
          </p:cNvPr>
          <p:cNvCxnSpPr>
            <a:cxnSpLocks/>
            <a:stCxn id="23" idx="2"/>
            <a:endCxn id="19" idx="0"/>
          </p:cNvCxnSpPr>
          <p:nvPr/>
        </p:nvCxnSpPr>
        <p:spPr>
          <a:xfrm>
            <a:off x="10379940" y="3222103"/>
            <a:ext cx="0" cy="60679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8FFF7822-E5F6-2E49-2E13-DFFBD588A826}"/>
              </a:ext>
            </a:extLst>
          </p:cNvPr>
          <p:cNvSpPr txBox="1"/>
          <p:nvPr/>
        </p:nvSpPr>
        <p:spPr>
          <a:xfrm>
            <a:off x="5059990" y="5293422"/>
            <a:ext cx="12674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ko-KR" altLang="en-US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반복문</a:t>
            </a:r>
            <a:r>
              <a:rPr kumimoji="1" lang="ko-KR" alt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종료</a:t>
            </a:r>
            <a:endParaRPr kumimoji="1" lang="en" altLang="ko-KR" sz="18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8B7138BA-18B0-ABB9-304F-18898F7CF9F6}"/>
              </a:ext>
            </a:extLst>
          </p:cNvPr>
          <p:cNvCxnSpPr>
            <a:cxnSpLocks/>
            <a:stCxn id="25" idx="2"/>
            <a:endCxn id="12" idx="0"/>
          </p:cNvCxnSpPr>
          <p:nvPr/>
        </p:nvCxnSpPr>
        <p:spPr>
          <a:xfrm>
            <a:off x="8228278" y="3195057"/>
            <a:ext cx="0" cy="6338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63504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TextBox 68">
            <a:extLst>
              <a:ext uri="{FF2B5EF4-FFF2-40B4-BE49-F238E27FC236}">
                <a16:creationId xmlns:a16="http://schemas.microsoft.com/office/drawing/2014/main" id="{25380FC9-29EC-2942-BEED-D7CDF6B552A0}"/>
              </a:ext>
            </a:extLst>
          </p:cNvPr>
          <p:cNvSpPr txBox="1"/>
          <p:nvPr/>
        </p:nvSpPr>
        <p:spPr>
          <a:xfrm>
            <a:off x="340262" y="498001"/>
            <a:ext cx="20523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" altLang="ko-KR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prev.next</a:t>
            </a:r>
            <a:r>
              <a:rPr kumimoji="1" lang="en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= NULL;</a:t>
            </a:r>
            <a:endParaRPr lang="ko-KR" altLang="en-US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D419661-396F-B624-FFCA-D06B7639D5CF}"/>
              </a:ext>
            </a:extLst>
          </p:cNvPr>
          <p:cNvSpPr txBox="1"/>
          <p:nvPr/>
        </p:nvSpPr>
        <p:spPr>
          <a:xfrm>
            <a:off x="279410" y="3604373"/>
            <a:ext cx="1981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" altLang="ko-KR" sz="18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current.next</a:t>
            </a:r>
            <a:r>
              <a:rPr kumimoji="1" lang="en" altLang="ko-KR" sz="1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= L5;</a:t>
            </a:r>
            <a:endParaRPr lang="ko-KR" altLang="en-US" dirty="0"/>
          </a:p>
        </p:txBody>
      </p:sp>
      <p:sp>
        <p:nvSpPr>
          <p:cNvPr id="150" name="직사각형 149">
            <a:extLst>
              <a:ext uri="{FF2B5EF4-FFF2-40B4-BE49-F238E27FC236}">
                <a16:creationId xmlns:a16="http://schemas.microsoft.com/office/drawing/2014/main" id="{3E277223-6245-77CB-3E29-917325A222BE}"/>
              </a:ext>
            </a:extLst>
          </p:cNvPr>
          <p:cNvSpPr/>
          <p:nvPr/>
        </p:nvSpPr>
        <p:spPr>
          <a:xfrm>
            <a:off x="827543" y="5448878"/>
            <a:ext cx="768521" cy="614149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solidFill>
                  <a:schemeClr val="tx1"/>
                </a:solidFill>
              </a:rPr>
              <a:t>”Kim”</a:t>
            </a:r>
            <a:endParaRPr kumimoji="1" lang="ko-KR" altLang="en-US" dirty="0">
              <a:solidFill>
                <a:schemeClr val="tx1"/>
              </a:solidFill>
            </a:endParaRPr>
          </a:p>
        </p:txBody>
      </p:sp>
      <p:sp>
        <p:nvSpPr>
          <p:cNvPr id="151" name="직사각형 150">
            <a:extLst>
              <a:ext uri="{FF2B5EF4-FFF2-40B4-BE49-F238E27FC236}">
                <a16:creationId xmlns:a16="http://schemas.microsoft.com/office/drawing/2014/main" id="{D751B05E-E8C7-EF61-0A34-F794DDDFDB2E}"/>
              </a:ext>
            </a:extLst>
          </p:cNvPr>
          <p:cNvSpPr/>
          <p:nvPr/>
        </p:nvSpPr>
        <p:spPr>
          <a:xfrm>
            <a:off x="1596064" y="5448877"/>
            <a:ext cx="768521" cy="614149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solidFill>
                  <a:srgbClr val="FF0000"/>
                </a:solidFill>
              </a:rPr>
              <a:t>5000</a:t>
            </a:r>
            <a:endParaRPr kumimoji="1" lang="ko-KR" altLang="en-US" dirty="0">
              <a:solidFill>
                <a:srgbClr val="FF0000"/>
              </a:solidFill>
            </a:endParaRP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654F414B-33AC-B3B1-F6D0-D4A135AB4995}"/>
              </a:ext>
            </a:extLst>
          </p:cNvPr>
          <p:cNvSpPr txBox="1"/>
          <p:nvPr/>
        </p:nvSpPr>
        <p:spPr>
          <a:xfrm>
            <a:off x="2977823" y="5141802"/>
            <a:ext cx="768522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1500" dirty="0">
                <a:solidFill>
                  <a:srgbClr val="FF0000"/>
                </a:solidFill>
              </a:rPr>
              <a:t>5000</a:t>
            </a:r>
            <a:endParaRPr lang="ko-KR" altLang="en-US" sz="1500" dirty="0"/>
          </a:p>
        </p:txBody>
      </p:sp>
      <p:cxnSp>
        <p:nvCxnSpPr>
          <p:cNvPr id="153" name="직선 화살표 연결선 152">
            <a:extLst>
              <a:ext uri="{FF2B5EF4-FFF2-40B4-BE49-F238E27FC236}">
                <a16:creationId xmlns:a16="http://schemas.microsoft.com/office/drawing/2014/main" id="{8F26AAE5-081D-3948-9B0B-64D374CD77D2}"/>
              </a:ext>
            </a:extLst>
          </p:cNvPr>
          <p:cNvCxnSpPr>
            <a:cxnSpLocks/>
          </p:cNvCxnSpPr>
          <p:nvPr/>
        </p:nvCxnSpPr>
        <p:spPr>
          <a:xfrm>
            <a:off x="2364585" y="5755951"/>
            <a:ext cx="613239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4" name="직사각형 153">
            <a:extLst>
              <a:ext uri="{FF2B5EF4-FFF2-40B4-BE49-F238E27FC236}">
                <a16:creationId xmlns:a16="http://schemas.microsoft.com/office/drawing/2014/main" id="{E267BD9D-2174-7A51-9D4E-A2234EFD495A}"/>
              </a:ext>
            </a:extLst>
          </p:cNvPr>
          <p:cNvSpPr/>
          <p:nvPr/>
        </p:nvSpPr>
        <p:spPr>
          <a:xfrm>
            <a:off x="2977823" y="5464968"/>
            <a:ext cx="768521" cy="614149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solidFill>
                  <a:schemeClr val="tx1"/>
                </a:solidFill>
              </a:rPr>
              <a:t>”Lee”</a:t>
            </a:r>
            <a:endParaRPr kumimoji="1" lang="ko-KR" altLang="en-US" dirty="0">
              <a:solidFill>
                <a:schemeClr val="tx1"/>
              </a:solidFill>
            </a:endParaRPr>
          </a:p>
        </p:txBody>
      </p:sp>
      <p:sp>
        <p:nvSpPr>
          <p:cNvPr id="155" name="직사각형 154">
            <a:extLst>
              <a:ext uri="{FF2B5EF4-FFF2-40B4-BE49-F238E27FC236}">
                <a16:creationId xmlns:a16="http://schemas.microsoft.com/office/drawing/2014/main" id="{AE2F5BE9-BCD3-87B9-3B82-86531F48D141}"/>
              </a:ext>
            </a:extLst>
          </p:cNvPr>
          <p:cNvSpPr/>
          <p:nvPr/>
        </p:nvSpPr>
        <p:spPr>
          <a:xfrm>
            <a:off x="3746344" y="5464967"/>
            <a:ext cx="768521" cy="614149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solidFill>
                  <a:srgbClr val="FF0000"/>
                </a:solidFill>
              </a:rPr>
              <a:t>2000</a:t>
            </a:r>
            <a:endParaRPr kumimoji="1" lang="ko-KR" altLang="en-US" dirty="0">
              <a:solidFill>
                <a:srgbClr val="FF0000"/>
              </a:solidFill>
            </a:endParaRPr>
          </a:p>
        </p:txBody>
      </p:sp>
      <p:sp>
        <p:nvSpPr>
          <p:cNvPr id="156" name="직사각형 155">
            <a:extLst>
              <a:ext uri="{FF2B5EF4-FFF2-40B4-BE49-F238E27FC236}">
                <a16:creationId xmlns:a16="http://schemas.microsoft.com/office/drawing/2014/main" id="{98F94396-AD1E-FB4E-CE67-9B7493EBE86D}"/>
              </a:ext>
            </a:extLst>
          </p:cNvPr>
          <p:cNvSpPr/>
          <p:nvPr/>
        </p:nvSpPr>
        <p:spPr>
          <a:xfrm>
            <a:off x="5128104" y="5464967"/>
            <a:ext cx="768521" cy="614149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solidFill>
                  <a:schemeClr val="tx1"/>
                </a:solidFill>
              </a:rPr>
              <a:t>”Park”</a:t>
            </a:r>
            <a:endParaRPr kumimoji="1" lang="ko-KR" altLang="en-US" dirty="0">
              <a:solidFill>
                <a:schemeClr val="tx1"/>
              </a:solidFill>
            </a:endParaRPr>
          </a:p>
        </p:txBody>
      </p:sp>
      <p:sp>
        <p:nvSpPr>
          <p:cNvPr id="157" name="직사각형 156">
            <a:extLst>
              <a:ext uri="{FF2B5EF4-FFF2-40B4-BE49-F238E27FC236}">
                <a16:creationId xmlns:a16="http://schemas.microsoft.com/office/drawing/2014/main" id="{BCEC7907-3317-CEBF-BC9A-3C5E52AFF142}"/>
              </a:ext>
            </a:extLst>
          </p:cNvPr>
          <p:cNvSpPr/>
          <p:nvPr/>
        </p:nvSpPr>
        <p:spPr>
          <a:xfrm>
            <a:off x="5896625" y="5464966"/>
            <a:ext cx="768521" cy="614149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solidFill>
                  <a:srgbClr val="FF0000"/>
                </a:solidFill>
              </a:rPr>
              <a:t>Null</a:t>
            </a:r>
            <a:endParaRPr kumimoji="1" lang="ko-KR" altLang="en-US" dirty="0">
              <a:solidFill>
                <a:srgbClr val="FF0000"/>
              </a:solidFill>
            </a:endParaRP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E21D72BC-034B-35F7-D731-4D5183D73716}"/>
              </a:ext>
            </a:extLst>
          </p:cNvPr>
          <p:cNvSpPr txBox="1"/>
          <p:nvPr/>
        </p:nvSpPr>
        <p:spPr>
          <a:xfrm>
            <a:off x="5128103" y="5157892"/>
            <a:ext cx="768522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1500" dirty="0">
                <a:solidFill>
                  <a:srgbClr val="FF0000"/>
                </a:solidFill>
              </a:rPr>
              <a:t>2000</a:t>
            </a:r>
            <a:endParaRPr lang="ko-KR" altLang="en-US" sz="1500" dirty="0"/>
          </a:p>
        </p:txBody>
      </p:sp>
      <p:cxnSp>
        <p:nvCxnSpPr>
          <p:cNvPr id="159" name="직선 화살표 연결선 158">
            <a:extLst>
              <a:ext uri="{FF2B5EF4-FFF2-40B4-BE49-F238E27FC236}">
                <a16:creationId xmlns:a16="http://schemas.microsoft.com/office/drawing/2014/main" id="{706EA658-FE8C-A026-9FD1-D96B4C37ADC7}"/>
              </a:ext>
            </a:extLst>
          </p:cNvPr>
          <p:cNvCxnSpPr>
            <a:endCxn id="156" idx="1"/>
          </p:cNvCxnSpPr>
          <p:nvPr/>
        </p:nvCxnSpPr>
        <p:spPr>
          <a:xfrm>
            <a:off x="4514865" y="5772041"/>
            <a:ext cx="613239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0" name="직사각형 159">
            <a:extLst>
              <a:ext uri="{FF2B5EF4-FFF2-40B4-BE49-F238E27FC236}">
                <a16:creationId xmlns:a16="http://schemas.microsoft.com/office/drawing/2014/main" id="{F45D3356-5D6B-0D62-629D-FBD271FCACF9}"/>
              </a:ext>
            </a:extLst>
          </p:cNvPr>
          <p:cNvSpPr/>
          <p:nvPr/>
        </p:nvSpPr>
        <p:spPr>
          <a:xfrm>
            <a:off x="9485260" y="4345568"/>
            <a:ext cx="768521" cy="614149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solidFill>
                  <a:srgbClr val="FF0000"/>
                </a:solidFill>
              </a:rPr>
              <a:t>3000</a:t>
            </a:r>
            <a:endParaRPr kumimoji="1" lang="ko-KR" altLang="en-US" dirty="0">
              <a:solidFill>
                <a:srgbClr val="FF0000"/>
              </a:solidFill>
            </a:endParaRPr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96D4C2D1-DFB9-1549-43F9-E06FFBDCB0A1}"/>
              </a:ext>
            </a:extLst>
          </p:cNvPr>
          <p:cNvSpPr txBox="1"/>
          <p:nvPr/>
        </p:nvSpPr>
        <p:spPr>
          <a:xfrm>
            <a:off x="783206" y="5128229"/>
            <a:ext cx="768522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1500" dirty="0">
                <a:solidFill>
                  <a:srgbClr val="FF0000"/>
                </a:solidFill>
              </a:rPr>
              <a:t>3000</a:t>
            </a:r>
            <a:endParaRPr lang="ko-KR" altLang="en-US" sz="1500" dirty="0"/>
          </a:p>
        </p:txBody>
      </p:sp>
      <p:cxnSp>
        <p:nvCxnSpPr>
          <p:cNvPr id="162" name="직선 화살표 연결선 161">
            <a:extLst>
              <a:ext uri="{FF2B5EF4-FFF2-40B4-BE49-F238E27FC236}">
                <a16:creationId xmlns:a16="http://schemas.microsoft.com/office/drawing/2014/main" id="{AFA5222B-02BD-30A1-13A6-20F5F9F0A592}"/>
              </a:ext>
            </a:extLst>
          </p:cNvPr>
          <p:cNvCxnSpPr>
            <a:cxnSpLocks/>
            <a:stCxn id="160" idx="1"/>
            <a:endCxn id="167" idx="3"/>
          </p:cNvCxnSpPr>
          <p:nvPr/>
        </p:nvCxnSpPr>
        <p:spPr>
          <a:xfrm flipH="1">
            <a:off x="8750976" y="4652643"/>
            <a:ext cx="73428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3" name="직사각형 162">
            <a:extLst>
              <a:ext uri="{FF2B5EF4-FFF2-40B4-BE49-F238E27FC236}">
                <a16:creationId xmlns:a16="http://schemas.microsoft.com/office/drawing/2014/main" id="{4B488822-610B-71F1-8B06-8727F3FD8B3C}"/>
              </a:ext>
            </a:extLst>
          </p:cNvPr>
          <p:cNvSpPr/>
          <p:nvPr/>
        </p:nvSpPr>
        <p:spPr>
          <a:xfrm>
            <a:off x="7213933" y="5464967"/>
            <a:ext cx="768521" cy="614149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solidFill>
                  <a:schemeClr val="tx1"/>
                </a:solidFill>
              </a:rPr>
              <a:t>”Yoo”</a:t>
            </a:r>
            <a:endParaRPr kumimoji="1" lang="ko-KR" altLang="en-US" dirty="0">
              <a:solidFill>
                <a:schemeClr val="tx1"/>
              </a:solidFill>
            </a:endParaRPr>
          </a:p>
        </p:txBody>
      </p:sp>
      <p:sp>
        <p:nvSpPr>
          <p:cNvPr id="164" name="직사각형 163">
            <a:extLst>
              <a:ext uri="{FF2B5EF4-FFF2-40B4-BE49-F238E27FC236}">
                <a16:creationId xmlns:a16="http://schemas.microsoft.com/office/drawing/2014/main" id="{E16D05E7-019C-075F-0DFF-7431856C2A15}"/>
              </a:ext>
            </a:extLst>
          </p:cNvPr>
          <p:cNvSpPr/>
          <p:nvPr/>
        </p:nvSpPr>
        <p:spPr>
          <a:xfrm>
            <a:off x="7982454" y="5464966"/>
            <a:ext cx="768521" cy="614149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solidFill>
                  <a:srgbClr val="FF0000"/>
                </a:solidFill>
              </a:rPr>
              <a:t>3000</a:t>
            </a:r>
            <a:endParaRPr kumimoji="1" lang="ko-KR" altLang="en-US" dirty="0">
              <a:solidFill>
                <a:srgbClr val="FF0000"/>
              </a:solidFill>
            </a:endParaRP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B8E9045B-0B5C-C4DA-D22D-46507B367CBE}"/>
              </a:ext>
            </a:extLst>
          </p:cNvPr>
          <p:cNvSpPr txBox="1"/>
          <p:nvPr/>
        </p:nvSpPr>
        <p:spPr>
          <a:xfrm>
            <a:off x="7213932" y="5157892"/>
            <a:ext cx="768522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1500" dirty="0">
                <a:solidFill>
                  <a:srgbClr val="FF0000"/>
                </a:solidFill>
              </a:rPr>
              <a:t>1000</a:t>
            </a:r>
            <a:endParaRPr lang="ko-KR" altLang="en-US" sz="1500" dirty="0"/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4758C15D-6085-08A9-406B-23AD4BF31591}"/>
              </a:ext>
            </a:extLst>
          </p:cNvPr>
          <p:cNvSpPr txBox="1"/>
          <p:nvPr/>
        </p:nvSpPr>
        <p:spPr>
          <a:xfrm>
            <a:off x="9646752" y="3959228"/>
            <a:ext cx="4455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ko-KR" dirty="0"/>
              <a:t>L5</a:t>
            </a:r>
            <a:endParaRPr lang="ko-KR" altLang="en-US" dirty="0"/>
          </a:p>
        </p:txBody>
      </p:sp>
      <p:sp>
        <p:nvSpPr>
          <p:cNvPr id="167" name="직사각형 166">
            <a:extLst>
              <a:ext uri="{FF2B5EF4-FFF2-40B4-BE49-F238E27FC236}">
                <a16:creationId xmlns:a16="http://schemas.microsoft.com/office/drawing/2014/main" id="{1F6F1C87-D613-A6C4-540E-08B9070FD18C}"/>
              </a:ext>
            </a:extLst>
          </p:cNvPr>
          <p:cNvSpPr/>
          <p:nvPr/>
        </p:nvSpPr>
        <p:spPr>
          <a:xfrm>
            <a:off x="7982455" y="4345568"/>
            <a:ext cx="768521" cy="614149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solidFill>
                  <a:srgbClr val="FF0000"/>
                </a:solidFill>
              </a:rPr>
              <a:t>3000</a:t>
            </a:r>
            <a:endParaRPr kumimoji="1" lang="ko-KR" altLang="en-US" dirty="0">
              <a:solidFill>
                <a:srgbClr val="FF0000"/>
              </a:solidFill>
            </a:endParaRPr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C5795144-55F9-772A-FC4B-53EDC1CFFDAA}"/>
              </a:ext>
            </a:extLst>
          </p:cNvPr>
          <p:cNvSpPr txBox="1"/>
          <p:nvPr/>
        </p:nvSpPr>
        <p:spPr>
          <a:xfrm>
            <a:off x="7904683" y="3943877"/>
            <a:ext cx="9240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ko-KR" dirty="0"/>
              <a:t>current</a:t>
            </a:r>
            <a:endParaRPr lang="ko-KR" altLang="en-US" dirty="0"/>
          </a:p>
        </p:txBody>
      </p:sp>
      <p:sp>
        <p:nvSpPr>
          <p:cNvPr id="169" name="직사각형 168">
            <a:extLst>
              <a:ext uri="{FF2B5EF4-FFF2-40B4-BE49-F238E27FC236}">
                <a16:creationId xmlns:a16="http://schemas.microsoft.com/office/drawing/2014/main" id="{1BC86381-C8EC-47C9-A06D-A047002CEF3A}"/>
              </a:ext>
            </a:extLst>
          </p:cNvPr>
          <p:cNvSpPr/>
          <p:nvPr/>
        </p:nvSpPr>
        <p:spPr>
          <a:xfrm>
            <a:off x="5896626" y="4336968"/>
            <a:ext cx="768521" cy="614149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solidFill>
                  <a:srgbClr val="FF0000"/>
                </a:solidFill>
              </a:rPr>
              <a:t>Null</a:t>
            </a: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6371041D-F8E3-5304-E009-640AFAFB7E93}"/>
              </a:ext>
            </a:extLst>
          </p:cNvPr>
          <p:cNvSpPr txBox="1"/>
          <p:nvPr/>
        </p:nvSpPr>
        <p:spPr>
          <a:xfrm>
            <a:off x="6002958" y="3943877"/>
            <a:ext cx="5558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ko-KR" dirty="0"/>
              <a:t>pre</a:t>
            </a:r>
            <a:endParaRPr lang="ko-KR" altLang="en-US" dirty="0"/>
          </a:p>
        </p:txBody>
      </p:sp>
      <p:cxnSp>
        <p:nvCxnSpPr>
          <p:cNvPr id="171" name="직선 화살표 연결선 170">
            <a:extLst>
              <a:ext uri="{FF2B5EF4-FFF2-40B4-BE49-F238E27FC236}">
                <a16:creationId xmlns:a16="http://schemas.microsoft.com/office/drawing/2014/main" id="{3C94B306-35E0-0F3B-6A84-2101A89BD56A}"/>
              </a:ext>
            </a:extLst>
          </p:cNvPr>
          <p:cNvCxnSpPr>
            <a:cxnSpLocks/>
            <a:stCxn id="169" idx="2"/>
            <a:endCxn id="157" idx="0"/>
          </p:cNvCxnSpPr>
          <p:nvPr/>
        </p:nvCxnSpPr>
        <p:spPr>
          <a:xfrm flipH="1">
            <a:off x="6280886" y="4951117"/>
            <a:ext cx="1" cy="5138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직선 화살표 연결선 174">
            <a:extLst>
              <a:ext uri="{FF2B5EF4-FFF2-40B4-BE49-F238E27FC236}">
                <a16:creationId xmlns:a16="http://schemas.microsoft.com/office/drawing/2014/main" id="{6095F3C4-8B9A-64DB-232D-FB3434FFCFAF}"/>
              </a:ext>
            </a:extLst>
          </p:cNvPr>
          <p:cNvCxnSpPr>
            <a:cxnSpLocks/>
            <a:stCxn id="167" idx="2"/>
            <a:endCxn id="164" idx="0"/>
          </p:cNvCxnSpPr>
          <p:nvPr/>
        </p:nvCxnSpPr>
        <p:spPr>
          <a:xfrm flipH="1">
            <a:off x="8366715" y="4959717"/>
            <a:ext cx="1" cy="5052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직사각형 1">
            <a:extLst>
              <a:ext uri="{FF2B5EF4-FFF2-40B4-BE49-F238E27FC236}">
                <a16:creationId xmlns:a16="http://schemas.microsoft.com/office/drawing/2014/main" id="{07851634-5E8B-E57E-7216-D1B15B8A1083}"/>
              </a:ext>
            </a:extLst>
          </p:cNvPr>
          <p:cNvSpPr/>
          <p:nvPr/>
        </p:nvSpPr>
        <p:spPr>
          <a:xfrm>
            <a:off x="2298753" y="2381887"/>
            <a:ext cx="768521" cy="614149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solidFill>
                  <a:schemeClr val="tx1"/>
                </a:solidFill>
              </a:rPr>
              <a:t>”Kim”</a:t>
            </a:r>
            <a:endParaRPr kumimoji="1" lang="ko-KR" altLang="en-US" dirty="0">
              <a:solidFill>
                <a:schemeClr val="tx1"/>
              </a:solidFill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D7C62DE-9EC4-F90A-CBE2-03892149D597}"/>
              </a:ext>
            </a:extLst>
          </p:cNvPr>
          <p:cNvSpPr/>
          <p:nvPr/>
        </p:nvSpPr>
        <p:spPr>
          <a:xfrm>
            <a:off x="3067274" y="2381886"/>
            <a:ext cx="768521" cy="614149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solidFill>
                  <a:srgbClr val="FF0000"/>
                </a:solidFill>
              </a:rPr>
              <a:t>5000</a:t>
            </a:r>
            <a:endParaRPr kumimoji="1" lang="ko-KR" altLang="en-US" dirty="0">
              <a:solidFill>
                <a:srgbClr val="FF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E31675E-DE4C-8A19-53BC-7BA0543EFBA6}"/>
              </a:ext>
            </a:extLst>
          </p:cNvPr>
          <p:cNvSpPr txBox="1"/>
          <p:nvPr/>
        </p:nvSpPr>
        <p:spPr>
          <a:xfrm>
            <a:off x="4449033" y="2074811"/>
            <a:ext cx="768522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1500" dirty="0">
                <a:solidFill>
                  <a:srgbClr val="FF0000"/>
                </a:solidFill>
              </a:rPr>
              <a:t>5000</a:t>
            </a:r>
            <a:endParaRPr lang="ko-KR" altLang="en-US" sz="1500" dirty="0"/>
          </a:p>
        </p:txBody>
      </p:sp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E62EA383-47CA-0641-47C3-C745F4EB0E84}"/>
              </a:ext>
            </a:extLst>
          </p:cNvPr>
          <p:cNvCxnSpPr>
            <a:cxnSpLocks/>
          </p:cNvCxnSpPr>
          <p:nvPr/>
        </p:nvCxnSpPr>
        <p:spPr>
          <a:xfrm>
            <a:off x="3835795" y="2688960"/>
            <a:ext cx="613239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직사각형 5">
            <a:extLst>
              <a:ext uri="{FF2B5EF4-FFF2-40B4-BE49-F238E27FC236}">
                <a16:creationId xmlns:a16="http://schemas.microsoft.com/office/drawing/2014/main" id="{08D5E12E-BECF-8E80-C6F5-78AE6FBBCFF2}"/>
              </a:ext>
            </a:extLst>
          </p:cNvPr>
          <p:cNvSpPr/>
          <p:nvPr/>
        </p:nvSpPr>
        <p:spPr>
          <a:xfrm>
            <a:off x="4449033" y="2397977"/>
            <a:ext cx="768521" cy="614149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solidFill>
                  <a:schemeClr val="tx1"/>
                </a:solidFill>
              </a:rPr>
              <a:t>”Lee”</a:t>
            </a:r>
            <a:endParaRPr kumimoji="1" lang="ko-KR" altLang="en-US" dirty="0">
              <a:solidFill>
                <a:schemeClr val="tx1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630D3B8-42A4-EB84-9CEF-A463A9E258B8}"/>
              </a:ext>
            </a:extLst>
          </p:cNvPr>
          <p:cNvSpPr/>
          <p:nvPr/>
        </p:nvSpPr>
        <p:spPr>
          <a:xfrm>
            <a:off x="5217554" y="2397976"/>
            <a:ext cx="768521" cy="614149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solidFill>
                  <a:srgbClr val="FF0000"/>
                </a:solidFill>
              </a:rPr>
              <a:t>2000</a:t>
            </a:r>
            <a:endParaRPr kumimoji="1" lang="ko-KR" altLang="en-US" dirty="0">
              <a:solidFill>
                <a:srgbClr val="FF0000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3B643BF-09DC-2353-A820-A979CCF94976}"/>
              </a:ext>
            </a:extLst>
          </p:cNvPr>
          <p:cNvSpPr/>
          <p:nvPr/>
        </p:nvSpPr>
        <p:spPr>
          <a:xfrm>
            <a:off x="6599314" y="2397976"/>
            <a:ext cx="768521" cy="614149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solidFill>
                  <a:schemeClr val="tx1"/>
                </a:solidFill>
              </a:rPr>
              <a:t>”Park”</a:t>
            </a:r>
            <a:endParaRPr kumimoji="1" lang="ko-KR" altLang="en-US" dirty="0">
              <a:solidFill>
                <a:schemeClr val="tx1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EFC66A4-6197-9AEA-1CAA-9B68B29FEDBF}"/>
              </a:ext>
            </a:extLst>
          </p:cNvPr>
          <p:cNvSpPr/>
          <p:nvPr/>
        </p:nvSpPr>
        <p:spPr>
          <a:xfrm>
            <a:off x="7367835" y="2397975"/>
            <a:ext cx="768521" cy="614149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solidFill>
                  <a:srgbClr val="FF0000"/>
                </a:solidFill>
              </a:rPr>
              <a:t>null</a:t>
            </a:r>
            <a:endParaRPr kumimoji="1" lang="ko-KR" altLang="en-US" dirty="0">
              <a:solidFill>
                <a:srgbClr val="FF00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87DCEA9-70F1-C984-6C0F-AB5379B3DF51}"/>
              </a:ext>
            </a:extLst>
          </p:cNvPr>
          <p:cNvSpPr txBox="1"/>
          <p:nvPr/>
        </p:nvSpPr>
        <p:spPr>
          <a:xfrm>
            <a:off x="6599313" y="2090901"/>
            <a:ext cx="768522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1500" dirty="0">
                <a:solidFill>
                  <a:srgbClr val="FF0000"/>
                </a:solidFill>
              </a:rPr>
              <a:t>2000</a:t>
            </a:r>
            <a:endParaRPr lang="ko-KR" altLang="en-US" sz="1500" dirty="0"/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ACF4C64D-89AB-5E1B-22E7-EBB16EE6439D}"/>
              </a:ext>
            </a:extLst>
          </p:cNvPr>
          <p:cNvCxnSpPr>
            <a:endCxn id="8" idx="1"/>
          </p:cNvCxnSpPr>
          <p:nvPr/>
        </p:nvCxnSpPr>
        <p:spPr>
          <a:xfrm>
            <a:off x="5986075" y="2705050"/>
            <a:ext cx="613239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A5EA461-FC7E-19A0-22CC-BFF4207A18D7}"/>
              </a:ext>
            </a:extLst>
          </p:cNvPr>
          <p:cNvSpPr/>
          <p:nvPr/>
        </p:nvSpPr>
        <p:spPr>
          <a:xfrm>
            <a:off x="885751" y="2389127"/>
            <a:ext cx="768521" cy="614149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solidFill>
                  <a:srgbClr val="FF0000"/>
                </a:solidFill>
              </a:rPr>
              <a:t>3000</a:t>
            </a:r>
            <a:endParaRPr kumimoji="1" lang="ko-KR" altLang="en-US" dirty="0">
              <a:solidFill>
                <a:srgbClr val="FF00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CC621B5-D716-3DDB-E9F7-BB0A43FC1180}"/>
              </a:ext>
            </a:extLst>
          </p:cNvPr>
          <p:cNvSpPr txBox="1"/>
          <p:nvPr/>
        </p:nvSpPr>
        <p:spPr>
          <a:xfrm>
            <a:off x="2254416" y="2061238"/>
            <a:ext cx="768522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1500" dirty="0">
                <a:solidFill>
                  <a:srgbClr val="FF0000"/>
                </a:solidFill>
              </a:rPr>
              <a:t>3000</a:t>
            </a:r>
            <a:endParaRPr lang="ko-KR" altLang="en-US" sz="1500" dirty="0"/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A3EAADCD-0960-1A0D-037D-7583D372DEF8}"/>
              </a:ext>
            </a:extLst>
          </p:cNvPr>
          <p:cNvCxnSpPr>
            <a:cxnSpLocks/>
          </p:cNvCxnSpPr>
          <p:nvPr/>
        </p:nvCxnSpPr>
        <p:spPr>
          <a:xfrm>
            <a:off x="1660741" y="2693937"/>
            <a:ext cx="613239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211F4F71-52D4-A198-6ACF-BCCE47FF956A}"/>
              </a:ext>
            </a:extLst>
          </p:cNvPr>
          <p:cNvSpPr/>
          <p:nvPr/>
        </p:nvSpPr>
        <p:spPr>
          <a:xfrm>
            <a:off x="8750976" y="2397976"/>
            <a:ext cx="768521" cy="614149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solidFill>
                  <a:schemeClr val="tx1"/>
                </a:solidFill>
              </a:rPr>
              <a:t>”Yoo”</a:t>
            </a:r>
            <a:endParaRPr kumimoji="1" lang="ko-KR" altLang="en-US" dirty="0">
              <a:solidFill>
                <a:schemeClr val="tx1"/>
              </a:solidFill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C39DCF1F-F4C9-97CA-BEBF-065FB279080F}"/>
              </a:ext>
            </a:extLst>
          </p:cNvPr>
          <p:cNvSpPr/>
          <p:nvPr/>
        </p:nvSpPr>
        <p:spPr>
          <a:xfrm>
            <a:off x="9519497" y="2397975"/>
            <a:ext cx="768521" cy="614149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solidFill>
                  <a:schemeClr val="tx1"/>
                </a:solidFill>
              </a:rPr>
              <a:t>null</a:t>
            </a:r>
            <a:endParaRPr kumimoji="1" lang="ko-KR" altLang="en-US" dirty="0">
              <a:solidFill>
                <a:schemeClr val="tx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4E63528-8732-3866-D063-AE4EB426808A}"/>
              </a:ext>
            </a:extLst>
          </p:cNvPr>
          <p:cNvSpPr txBox="1"/>
          <p:nvPr/>
        </p:nvSpPr>
        <p:spPr>
          <a:xfrm>
            <a:off x="8750975" y="2090901"/>
            <a:ext cx="768522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1500" dirty="0">
                <a:solidFill>
                  <a:srgbClr val="FF0000"/>
                </a:solidFill>
              </a:rPr>
              <a:t>1000</a:t>
            </a:r>
            <a:endParaRPr lang="ko-KR" altLang="en-US" sz="15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8BFAB00-6B8F-43AA-A8A7-7AF845D4CCE0}"/>
              </a:ext>
            </a:extLst>
          </p:cNvPr>
          <p:cNvSpPr txBox="1"/>
          <p:nvPr/>
        </p:nvSpPr>
        <p:spPr>
          <a:xfrm>
            <a:off x="337671" y="2504294"/>
            <a:ext cx="4455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ko-KR" dirty="0"/>
              <a:t>L5</a:t>
            </a:r>
            <a:endParaRPr lang="ko-KR" altLang="en-US" dirty="0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96948BDB-2F4C-28DF-D2BC-FB87F7F9160B}"/>
              </a:ext>
            </a:extLst>
          </p:cNvPr>
          <p:cNvSpPr/>
          <p:nvPr/>
        </p:nvSpPr>
        <p:spPr>
          <a:xfrm>
            <a:off x="9519497" y="1177035"/>
            <a:ext cx="768521" cy="614149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solidFill>
                  <a:srgbClr val="FF0000"/>
                </a:solidFill>
              </a:rPr>
              <a:t>null</a:t>
            </a:r>
            <a:endParaRPr kumimoji="1" lang="ko-KR" altLang="en-US" dirty="0">
              <a:solidFill>
                <a:srgbClr val="FF0000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ED2F7DD-695C-3969-71D2-00725D843C1B}"/>
              </a:ext>
            </a:extLst>
          </p:cNvPr>
          <p:cNvSpPr txBox="1"/>
          <p:nvPr/>
        </p:nvSpPr>
        <p:spPr>
          <a:xfrm>
            <a:off x="9441725" y="775344"/>
            <a:ext cx="9240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ko-KR" dirty="0"/>
              <a:t>current</a:t>
            </a:r>
            <a:endParaRPr lang="ko-KR" altLang="en-US" dirty="0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94BF5239-F22F-8A2D-F162-73F8FFB0AB16}"/>
              </a:ext>
            </a:extLst>
          </p:cNvPr>
          <p:cNvSpPr/>
          <p:nvPr/>
        </p:nvSpPr>
        <p:spPr>
          <a:xfrm>
            <a:off x="7367835" y="1149989"/>
            <a:ext cx="768521" cy="614149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solidFill>
                  <a:srgbClr val="FF0000"/>
                </a:solidFill>
              </a:rPr>
              <a:t>null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65AD521-A3F4-5514-99BB-A6ED2A7DCA8A}"/>
              </a:ext>
            </a:extLst>
          </p:cNvPr>
          <p:cNvSpPr txBox="1"/>
          <p:nvPr/>
        </p:nvSpPr>
        <p:spPr>
          <a:xfrm>
            <a:off x="7474167" y="756898"/>
            <a:ext cx="5558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ko-KR" dirty="0"/>
              <a:t>pre</a:t>
            </a:r>
            <a:endParaRPr lang="ko-KR" altLang="en-US" dirty="0"/>
          </a:p>
        </p:txBody>
      </p: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A549265D-0F0A-525E-39F6-AEB5DE55635F}"/>
              </a:ext>
            </a:extLst>
          </p:cNvPr>
          <p:cNvCxnSpPr>
            <a:cxnSpLocks/>
            <a:stCxn id="20" idx="2"/>
            <a:endCxn id="16" idx="0"/>
          </p:cNvCxnSpPr>
          <p:nvPr/>
        </p:nvCxnSpPr>
        <p:spPr>
          <a:xfrm>
            <a:off x="9903758" y="1791184"/>
            <a:ext cx="0" cy="60679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115D5530-114D-AD10-DCCE-0E47D158097D}"/>
              </a:ext>
            </a:extLst>
          </p:cNvPr>
          <p:cNvCxnSpPr>
            <a:cxnSpLocks/>
            <a:stCxn id="22" idx="2"/>
            <a:endCxn id="9" idx="0"/>
          </p:cNvCxnSpPr>
          <p:nvPr/>
        </p:nvCxnSpPr>
        <p:spPr>
          <a:xfrm>
            <a:off x="7752096" y="1764138"/>
            <a:ext cx="0" cy="6338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07875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CE3ED75-B609-0C5D-2205-5B596732A11B}"/>
              </a:ext>
            </a:extLst>
          </p:cNvPr>
          <p:cNvSpPr txBox="1"/>
          <p:nvPr/>
        </p:nvSpPr>
        <p:spPr>
          <a:xfrm>
            <a:off x="321516" y="335846"/>
            <a:ext cx="7342728" cy="30931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15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// 3. </a:t>
            </a:r>
            <a:r>
              <a:rPr kumimoji="1" lang="ko-KR" altLang="en-US" sz="15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마지막 노드를 리스트에서 분리 및 헤드 앞으로 연결</a:t>
            </a:r>
          </a:p>
          <a:p>
            <a:r>
              <a:rPr kumimoji="1" lang="en" altLang="ko-KR" sz="15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IF (</a:t>
            </a:r>
            <a:r>
              <a:rPr kumimoji="1" lang="en" altLang="ko-KR" sz="15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prev</a:t>
            </a:r>
            <a:r>
              <a:rPr kumimoji="1" lang="en" altLang="ko-KR" sz="15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IS NOT NULL) THEN</a:t>
            </a:r>
          </a:p>
          <a:p>
            <a:r>
              <a:rPr kumimoji="1" lang="en" altLang="ko-KR" sz="15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 // a. </a:t>
            </a:r>
            <a:r>
              <a:rPr kumimoji="1" lang="ko-KR" altLang="en-US" sz="15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기존 리스트에서 </a:t>
            </a:r>
            <a:r>
              <a:rPr kumimoji="1" lang="en-US" altLang="ko-KR" sz="15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"</a:t>
            </a:r>
            <a:r>
              <a:rPr kumimoji="1" lang="en" altLang="ko-KR" sz="15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Yoo" </a:t>
            </a:r>
            <a:r>
              <a:rPr kumimoji="1" lang="ko-KR" altLang="en-US" sz="15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노드 분리</a:t>
            </a:r>
          </a:p>
          <a:p>
            <a:r>
              <a:rPr kumimoji="1" lang="ko-KR" altLang="en-US" sz="15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 </a:t>
            </a:r>
            <a:r>
              <a:rPr kumimoji="1" lang="en" altLang="ko-KR" sz="15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prev.next</a:t>
            </a:r>
            <a:r>
              <a:rPr kumimoji="1" lang="en" altLang="ko-KR" sz="15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= NULL; // "Park"</a:t>
            </a:r>
            <a:r>
              <a:rPr kumimoji="1" lang="ko-KR" altLang="en-US" sz="15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의 다음 링크를 </a:t>
            </a:r>
            <a:r>
              <a:rPr kumimoji="1" lang="en" altLang="ko-KR" sz="15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NULL</a:t>
            </a:r>
            <a:r>
              <a:rPr kumimoji="1" lang="ko-KR" altLang="en-US" sz="15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로 설정하여 </a:t>
            </a:r>
            <a:r>
              <a:rPr kumimoji="1" lang="en-US" altLang="ko-KR" sz="15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"</a:t>
            </a:r>
            <a:r>
              <a:rPr kumimoji="1" lang="en" altLang="ko-KR" sz="15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Yoo"</a:t>
            </a:r>
            <a:r>
              <a:rPr kumimoji="1" lang="ko-KR" altLang="en-US" sz="15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를</a:t>
            </a:r>
            <a:r>
              <a:rPr kumimoji="1" lang="ko-KR" altLang="en-US" sz="15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분리합니다</a:t>
            </a:r>
            <a:r>
              <a:rPr kumimoji="1" lang="en-US" altLang="ko-KR" sz="15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  <a:p>
            <a:endParaRPr kumimoji="1" lang="en-US" altLang="ko-KR" sz="15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r>
              <a:rPr kumimoji="1" lang="en-US" altLang="ko-KR" sz="15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 // </a:t>
            </a:r>
            <a:r>
              <a:rPr kumimoji="1" lang="en" altLang="ko-KR" sz="15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b. "Yoo"</a:t>
            </a:r>
            <a:r>
              <a:rPr kumimoji="1" lang="ko-KR" altLang="en-US" sz="15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를</a:t>
            </a:r>
            <a:r>
              <a:rPr kumimoji="1" lang="ko-KR" altLang="en-US" sz="15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기존 헤드 앞에 연결</a:t>
            </a:r>
          </a:p>
          <a:p>
            <a:r>
              <a:rPr kumimoji="1" lang="ko-KR" altLang="en-US" sz="15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 </a:t>
            </a:r>
            <a:r>
              <a:rPr kumimoji="1" lang="en" altLang="ko-KR" sz="15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current.next</a:t>
            </a:r>
            <a:r>
              <a:rPr kumimoji="1" lang="en" altLang="ko-KR" sz="15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= L5; // "Yoo"</a:t>
            </a:r>
            <a:r>
              <a:rPr kumimoji="1" lang="ko-KR" altLang="en-US" sz="15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의 다음을 기존의 첫 번째 노드</a:t>
            </a:r>
            <a:r>
              <a:rPr kumimoji="1" lang="en-US" altLang="ko-KR" sz="15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("</a:t>
            </a:r>
            <a:r>
              <a:rPr kumimoji="1" lang="en" altLang="ko-KR" sz="15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Kim")</a:t>
            </a:r>
            <a:r>
              <a:rPr kumimoji="1" lang="ko-KR" altLang="en-US" sz="15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로 연결합니다</a:t>
            </a:r>
            <a:r>
              <a:rPr kumimoji="1" lang="en-US" altLang="ko-KR" sz="15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  <a:p>
            <a:endParaRPr kumimoji="1" lang="en-US" altLang="ko-KR" sz="15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r>
              <a:rPr kumimoji="1" lang="en-US" altLang="ko-KR" sz="15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 // </a:t>
            </a:r>
            <a:r>
              <a:rPr kumimoji="1" lang="en" altLang="ko-KR" sz="15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c. L5 (</a:t>
            </a:r>
            <a:r>
              <a:rPr kumimoji="1" lang="ko-KR" altLang="en-US" sz="15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헤드 포인터</a:t>
            </a:r>
            <a:r>
              <a:rPr kumimoji="1" lang="en-US" altLang="ko-KR" sz="15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r>
              <a:rPr kumimoji="1" lang="ko-KR" altLang="en-US" sz="15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를</a:t>
            </a:r>
            <a:r>
              <a:rPr kumimoji="1" lang="ko-KR" altLang="en-US" sz="15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kumimoji="1" lang="en-US" altLang="ko-KR" sz="15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"</a:t>
            </a:r>
            <a:r>
              <a:rPr kumimoji="1" lang="en" altLang="ko-KR" sz="15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Yoo"</a:t>
            </a:r>
            <a:r>
              <a:rPr kumimoji="1" lang="ko-KR" altLang="en-US" sz="15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로 변경</a:t>
            </a:r>
          </a:p>
          <a:p>
            <a:r>
              <a:rPr kumimoji="1" lang="ko-KR" altLang="en-US" sz="15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 </a:t>
            </a:r>
            <a:r>
              <a:rPr kumimoji="1" lang="en" altLang="ko-KR" sz="15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L5 = current;</a:t>
            </a:r>
          </a:p>
          <a:p>
            <a:r>
              <a:rPr kumimoji="1" lang="en" altLang="ko-KR" sz="15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END IF</a:t>
            </a:r>
          </a:p>
          <a:p>
            <a:endParaRPr kumimoji="1" lang="en" altLang="ko-KR" sz="15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r>
              <a:rPr kumimoji="1" lang="en" altLang="ko-KR" sz="15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// </a:t>
            </a:r>
            <a:r>
              <a:rPr kumimoji="1" lang="ko-KR" altLang="en-US" sz="15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최종 결과</a:t>
            </a:r>
            <a:r>
              <a:rPr kumimoji="1" lang="en-US" altLang="ko-KR" sz="15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r>
              <a:rPr kumimoji="1" lang="en" altLang="ko-KR" sz="15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L5</a:t>
            </a:r>
            <a:r>
              <a:rPr kumimoji="1" lang="ko-KR" altLang="en-US" sz="15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는 </a:t>
            </a:r>
            <a:r>
              <a:rPr kumimoji="1" lang="en-US" altLang="ko-KR" sz="15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"</a:t>
            </a:r>
            <a:r>
              <a:rPr kumimoji="1" lang="en" altLang="ko-KR" sz="15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Yoo"</a:t>
            </a:r>
            <a:r>
              <a:rPr kumimoji="1" lang="ko-KR" altLang="en-US" sz="15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를</a:t>
            </a:r>
            <a:r>
              <a:rPr kumimoji="1" lang="ko-KR" altLang="en-US" sz="15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새로운 헤드로 가리키게 됩니다</a:t>
            </a:r>
            <a:r>
              <a:rPr kumimoji="1" lang="en-US" altLang="ko-KR" sz="15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endParaRPr kumimoji="1" lang="ko-KR" altLang="en-US" sz="15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A4A2DD6-65C5-0460-D631-1966067E00A1}"/>
              </a:ext>
            </a:extLst>
          </p:cNvPr>
          <p:cNvSpPr/>
          <p:nvPr/>
        </p:nvSpPr>
        <p:spPr>
          <a:xfrm>
            <a:off x="4758909" y="4802812"/>
            <a:ext cx="768521" cy="614149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solidFill>
                  <a:schemeClr val="tx1"/>
                </a:solidFill>
              </a:rPr>
              <a:t>”Kim”</a:t>
            </a:r>
            <a:endParaRPr kumimoji="1" lang="ko-KR" altLang="en-US" dirty="0">
              <a:solidFill>
                <a:schemeClr val="tx1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1D6B0F8-510A-79C5-0EEC-3C4B8F4DB517}"/>
              </a:ext>
            </a:extLst>
          </p:cNvPr>
          <p:cNvSpPr/>
          <p:nvPr/>
        </p:nvSpPr>
        <p:spPr>
          <a:xfrm>
            <a:off x="5527430" y="4802811"/>
            <a:ext cx="768521" cy="614149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solidFill>
                  <a:srgbClr val="FF0000"/>
                </a:solidFill>
              </a:rPr>
              <a:t>5000</a:t>
            </a:r>
            <a:endParaRPr kumimoji="1" lang="ko-KR" altLang="en-US" dirty="0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FE1A25E-D6E8-D36E-3F22-F61EE49445E9}"/>
              </a:ext>
            </a:extLst>
          </p:cNvPr>
          <p:cNvSpPr txBox="1"/>
          <p:nvPr/>
        </p:nvSpPr>
        <p:spPr>
          <a:xfrm>
            <a:off x="6909189" y="4495736"/>
            <a:ext cx="768522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1500" dirty="0">
                <a:solidFill>
                  <a:srgbClr val="FF0000"/>
                </a:solidFill>
              </a:rPr>
              <a:t>5000</a:t>
            </a:r>
            <a:endParaRPr lang="ko-KR" altLang="en-US" sz="1500" dirty="0"/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2B36D896-05CD-DF2B-B22B-364F85E83C48}"/>
              </a:ext>
            </a:extLst>
          </p:cNvPr>
          <p:cNvCxnSpPr>
            <a:cxnSpLocks/>
          </p:cNvCxnSpPr>
          <p:nvPr/>
        </p:nvCxnSpPr>
        <p:spPr>
          <a:xfrm>
            <a:off x="6295951" y="5109885"/>
            <a:ext cx="613239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직사각형 8">
            <a:extLst>
              <a:ext uri="{FF2B5EF4-FFF2-40B4-BE49-F238E27FC236}">
                <a16:creationId xmlns:a16="http://schemas.microsoft.com/office/drawing/2014/main" id="{36F28FAC-FC57-52C4-FC95-38DF91B5F9D3}"/>
              </a:ext>
            </a:extLst>
          </p:cNvPr>
          <p:cNvSpPr/>
          <p:nvPr/>
        </p:nvSpPr>
        <p:spPr>
          <a:xfrm>
            <a:off x="6909189" y="4818902"/>
            <a:ext cx="768521" cy="614149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solidFill>
                  <a:schemeClr val="tx1"/>
                </a:solidFill>
              </a:rPr>
              <a:t>”Lee”</a:t>
            </a:r>
            <a:endParaRPr kumimoji="1" lang="ko-KR" altLang="en-US" dirty="0">
              <a:solidFill>
                <a:schemeClr val="tx1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4C9C69A-D916-D5EA-E97A-D67D5CED9DCC}"/>
              </a:ext>
            </a:extLst>
          </p:cNvPr>
          <p:cNvSpPr/>
          <p:nvPr/>
        </p:nvSpPr>
        <p:spPr>
          <a:xfrm>
            <a:off x="7677710" y="4818901"/>
            <a:ext cx="768521" cy="614149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solidFill>
                  <a:srgbClr val="FF0000"/>
                </a:solidFill>
              </a:rPr>
              <a:t>2000</a:t>
            </a:r>
            <a:endParaRPr kumimoji="1" lang="ko-KR" altLang="en-US" dirty="0">
              <a:solidFill>
                <a:srgbClr val="FF0000"/>
              </a:solidFill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DB9D1A6-2526-BA37-092E-023C0D434095}"/>
              </a:ext>
            </a:extLst>
          </p:cNvPr>
          <p:cNvSpPr/>
          <p:nvPr/>
        </p:nvSpPr>
        <p:spPr>
          <a:xfrm>
            <a:off x="9059470" y="4818901"/>
            <a:ext cx="768521" cy="614149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solidFill>
                  <a:schemeClr val="tx1"/>
                </a:solidFill>
              </a:rPr>
              <a:t>”Park”</a:t>
            </a:r>
            <a:endParaRPr kumimoji="1" lang="ko-KR" altLang="en-US" dirty="0">
              <a:solidFill>
                <a:schemeClr val="tx1"/>
              </a:solidFill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D207098-7840-2675-9200-3D43091BB9FE}"/>
              </a:ext>
            </a:extLst>
          </p:cNvPr>
          <p:cNvSpPr/>
          <p:nvPr/>
        </p:nvSpPr>
        <p:spPr>
          <a:xfrm>
            <a:off x="9827991" y="4818900"/>
            <a:ext cx="768521" cy="614149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solidFill>
                  <a:srgbClr val="FF0000"/>
                </a:solidFill>
              </a:rPr>
              <a:t>Null</a:t>
            </a:r>
            <a:endParaRPr kumimoji="1" lang="ko-KR" altLang="en-US" dirty="0">
              <a:solidFill>
                <a:srgbClr val="FF00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C47615B-F47A-BFAC-91BC-91356A014D51}"/>
              </a:ext>
            </a:extLst>
          </p:cNvPr>
          <p:cNvSpPr txBox="1"/>
          <p:nvPr/>
        </p:nvSpPr>
        <p:spPr>
          <a:xfrm>
            <a:off x="9059469" y="4511826"/>
            <a:ext cx="768522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1500" dirty="0">
                <a:solidFill>
                  <a:srgbClr val="FF0000"/>
                </a:solidFill>
              </a:rPr>
              <a:t>2000</a:t>
            </a:r>
            <a:endParaRPr lang="ko-KR" altLang="en-US" sz="1500" dirty="0"/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C9005EC1-43CB-FB38-08E1-EF000F4DAC32}"/>
              </a:ext>
            </a:extLst>
          </p:cNvPr>
          <p:cNvCxnSpPr>
            <a:endCxn id="11" idx="1"/>
          </p:cNvCxnSpPr>
          <p:nvPr/>
        </p:nvCxnSpPr>
        <p:spPr>
          <a:xfrm>
            <a:off x="8446231" y="5125975"/>
            <a:ext cx="613239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B9EA0F02-9A2E-FF69-6E26-32556E27F62E}"/>
              </a:ext>
            </a:extLst>
          </p:cNvPr>
          <p:cNvSpPr txBox="1"/>
          <p:nvPr/>
        </p:nvSpPr>
        <p:spPr>
          <a:xfrm>
            <a:off x="4714572" y="4482163"/>
            <a:ext cx="768522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1500" dirty="0">
                <a:solidFill>
                  <a:srgbClr val="FF0000"/>
                </a:solidFill>
              </a:rPr>
              <a:t>3000</a:t>
            </a:r>
            <a:endParaRPr lang="ko-KR" altLang="en-US" sz="1500" dirty="0"/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1A54784F-7104-CE25-D42D-1CFE4B7E440D}"/>
              </a:ext>
            </a:extLst>
          </p:cNvPr>
          <p:cNvCxnSpPr>
            <a:cxnSpLocks/>
            <a:stCxn id="19" idx="3"/>
            <a:endCxn id="5" idx="1"/>
          </p:cNvCxnSpPr>
          <p:nvPr/>
        </p:nvCxnSpPr>
        <p:spPr>
          <a:xfrm>
            <a:off x="4101333" y="5109885"/>
            <a:ext cx="657576" cy="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5BF4965D-6757-4B4F-1703-A7BBF08FDD18}"/>
              </a:ext>
            </a:extLst>
          </p:cNvPr>
          <p:cNvSpPr/>
          <p:nvPr/>
        </p:nvSpPr>
        <p:spPr>
          <a:xfrm>
            <a:off x="2564291" y="4802811"/>
            <a:ext cx="768521" cy="614149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solidFill>
                  <a:schemeClr val="tx1"/>
                </a:solidFill>
              </a:rPr>
              <a:t>”Yoo”</a:t>
            </a:r>
            <a:endParaRPr kumimoji="1" lang="ko-KR" altLang="en-US" dirty="0">
              <a:solidFill>
                <a:schemeClr val="tx1"/>
              </a:solidFill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2D30D66F-A363-F13C-297C-78FDE941B654}"/>
              </a:ext>
            </a:extLst>
          </p:cNvPr>
          <p:cNvSpPr/>
          <p:nvPr/>
        </p:nvSpPr>
        <p:spPr>
          <a:xfrm>
            <a:off x="3332812" y="4802810"/>
            <a:ext cx="768521" cy="614149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solidFill>
                  <a:srgbClr val="FF0000"/>
                </a:solidFill>
              </a:rPr>
              <a:t>3000</a:t>
            </a:r>
            <a:endParaRPr kumimoji="1" lang="ko-KR" altLang="en-US" dirty="0">
              <a:solidFill>
                <a:srgbClr val="FF0000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7E268C5-02F1-E508-CE2A-2E203A442A22}"/>
              </a:ext>
            </a:extLst>
          </p:cNvPr>
          <p:cNvSpPr txBox="1"/>
          <p:nvPr/>
        </p:nvSpPr>
        <p:spPr>
          <a:xfrm>
            <a:off x="2564290" y="4495736"/>
            <a:ext cx="768522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1500" dirty="0">
                <a:solidFill>
                  <a:srgbClr val="FF0000"/>
                </a:solidFill>
              </a:rPr>
              <a:t>1000</a:t>
            </a:r>
            <a:endParaRPr lang="ko-KR" altLang="en-US" sz="15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4AAE826-2EAC-1672-19A1-F175EAE5E05E}"/>
              </a:ext>
            </a:extLst>
          </p:cNvPr>
          <p:cNvSpPr txBox="1"/>
          <p:nvPr/>
        </p:nvSpPr>
        <p:spPr>
          <a:xfrm>
            <a:off x="524954" y="4922348"/>
            <a:ext cx="4455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ko-KR" dirty="0"/>
              <a:t>L5</a:t>
            </a:r>
            <a:endParaRPr lang="ko-KR" altLang="en-US" dirty="0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68FB9D4F-F796-689E-A179-2F1B9F0FF1DC}"/>
              </a:ext>
            </a:extLst>
          </p:cNvPr>
          <p:cNvSpPr/>
          <p:nvPr/>
        </p:nvSpPr>
        <p:spPr>
          <a:xfrm>
            <a:off x="1138193" y="4799940"/>
            <a:ext cx="768521" cy="614149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solidFill>
                  <a:srgbClr val="FF0000"/>
                </a:solidFill>
              </a:rPr>
              <a:t>1000</a:t>
            </a:r>
            <a:endParaRPr kumimoji="1" lang="ko-KR" altLang="en-US" dirty="0">
              <a:solidFill>
                <a:srgbClr val="FF0000"/>
              </a:solidFill>
            </a:endParaRPr>
          </a:p>
        </p:txBody>
      </p: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06EFBD9F-D595-121B-60E3-1D402281A5CC}"/>
              </a:ext>
            </a:extLst>
          </p:cNvPr>
          <p:cNvCxnSpPr>
            <a:cxnSpLocks/>
            <a:stCxn id="32" idx="3"/>
            <a:endCxn id="18" idx="1"/>
          </p:cNvCxnSpPr>
          <p:nvPr/>
        </p:nvCxnSpPr>
        <p:spPr>
          <a:xfrm>
            <a:off x="1906714" y="5107015"/>
            <a:ext cx="657577" cy="287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54601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303</TotalTime>
  <Words>1120</Words>
  <Application>Microsoft Macintosh PowerPoint</Application>
  <PresentationFormat>와이드스크린</PresentationFormat>
  <Paragraphs>332</Paragraphs>
  <Slides>14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8" baseType="lpstr">
      <vt:lpstr>맑은 고딕</vt:lpstr>
      <vt:lpstr>Pretendard</vt:lpstr>
      <vt:lpstr>Arial</vt:lpstr>
      <vt:lpstr>Office 테마</vt:lpstr>
      <vt:lpstr>문제풀이 발표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하태영</dc:creator>
  <cp:lastModifiedBy>하태영</cp:lastModifiedBy>
  <cp:revision>14</cp:revision>
  <cp:lastPrinted>2025-10-18T11:11:31Z</cp:lastPrinted>
  <dcterms:created xsi:type="dcterms:W3CDTF">2025-10-17T04:40:58Z</dcterms:created>
  <dcterms:modified xsi:type="dcterms:W3CDTF">2025-10-24T03:42:14Z</dcterms:modified>
</cp:coreProperties>
</file>