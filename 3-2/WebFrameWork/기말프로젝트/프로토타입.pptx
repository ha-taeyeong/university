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66" r:id="rId4"/>
    <p:sldId id="267" r:id="rId5"/>
    <p:sldId id="270" r:id="rId6"/>
    <p:sldId id="268" r:id="rId7"/>
    <p:sldId id="271" r:id="rId8"/>
    <p:sldId id="27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00"/>
    <p:restoredTop sz="94664"/>
  </p:normalViewPr>
  <p:slideViewPr>
    <p:cSldViewPr snapToGrid="0">
      <p:cViewPr varScale="1">
        <p:scale>
          <a:sx n="76" d="100"/>
          <a:sy n="76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E7D4D-85CE-BBB3-9542-FFA8BCF20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1ED16D-5B01-D4A0-B11A-3461E03F4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2F2E37-55FF-A10A-FFAB-EFB62CA34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EDA0B6-7029-A823-E46A-639A4B7A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C21C65-FC28-4605-33B5-F4BBF188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168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931B56-1658-2860-3307-C9529379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D7032-998F-85B9-5A7C-DD90EBF81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457858-4B87-A6EA-18EF-34862C746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E28984-FA84-6A7E-64E9-9183776B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CDB4F1-18B3-9C25-A146-742B6160A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9092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9E95C-8F60-655B-F84B-466854EFF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4C3032-246B-0552-5F53-24D32018C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E9FD56-D392-446F-5D79-36E64223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05504B-CABA-934E-D35E-2515A1AB5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D980A-8805-B4AC-B633-360D2C3C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440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5EF4F-9D6F-F3ED-6B59-E6FBCA63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60B80B-CAA5-0D9E-609D-228B8AE3BB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626ADD-3D95-6096-B8A7-8CAB0C512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659FF7-5EA1-1770-3BD2-8D773BA0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F588B6-78E3-846C-73C0-03804E75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3A98DF-E4DD-DFFA-2A80-6500AD96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9449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EAC55-DC49-5696-0A52-28BF915B0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612AB5-C9B3-713F-56B1-4450A87EB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D2B020-0D6E-3DE1-168E-61F59C9B9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73E937-DBEE-BF13-407F-14C7B67F8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52515F1-4E01-4046-CD65-04CFBF3E2D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94416C-18E4-CB5F-94BB-623729D59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202150-95B5-3F0D-FFDD-A790CDD0C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2C1E1A-D438-A26D-6F0D-755857EF6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635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32FDCB-674F-FE36-9C85-D2FBB7D7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2DAEF5-52CD-9673-065A-FFC5BA6C7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E3C0921-11DB-423D-509E-D7F0A21A6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B5CFE1-0B44-5C70-BCD1-ABF523A1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106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C06A17-4AB5-1690-4109-CFB8355E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23DA98-C825-2321-93E3-A5EB9C38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49F5DC-9993-1003-62A4-86020CE0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88245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ED53B-24B4-7971-A48B-E0427078E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6E89A9-851C-EFF5-9A67-F3D992882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C0E5AE-D32D-98B0-D7C7-AA9B1BF08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8CECA1-6D05-ABDB-33B6-A46BC7ADF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24F468-21E2-C17C-70A4-EC591C6C2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8F363E-2ADD-BCD4-DEEC-6CA20F18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912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0BA843-D01F-4524-25B6-7D631371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D214AF7-4F6B-F9B0-6E9A-5769569A6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4E07C1-30EB-B515-9341-29F36A730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470F5F-FC4C-D996-63BE-6E6A83A04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5DF35A-9547-2DC0-91EE-B558C484B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FBE091-7EC8-7FAD-0559-B0F28CA0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8952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9720-798D-0D6B-A49E-D17B896A6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75BA16-18E7-40EF-612A-E09432B6E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970853-063F-BF56-CFBF-F3EBDD91A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EDDCFD-A271-08E9-7390-CBED8119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DD4528-B838-40A0-F884-813E3310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5847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16E81E-75CE-6CE2-C6AB-9C647A684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531256-26A1-AB37-D206-01A02DB6F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085472-0F06-CEFE-5310-13D671E4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B0DB5-901C-00B2-CD96-650D7664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B61342-0C97-8B78-F238-878CBB494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49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52D464-0896-7D8C-14B8-BA5EB02BC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5249C4-0D0E-F4FE-7C83-A9BBB67F5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F118C6-D640-B387-1FB5-095E88680F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C2815-25F3-BC4B-8B9C-6F5A21A27091}" type="datetimeFigureOut">
              <a:rPr kumimoji="1" lang="ko-KR" altLang="en-US" smtClean="0"/>
              <a:t>2025. 11. 14.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33B001-2DFC-D5C4-B353-6C1CB1F6B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1E7DE9-ECD1-4AEA-35ED-B3B544205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0F4F5-48A5-6B4D-9158-481BF0B3858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061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1CE95-4C54-27B1-270F-A63D2B878B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ko-KR" altLang="en-US" dirty="0"/>
              <a:t>프로토타입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36861AC-1EA2-5EAD-03F3-A97992D932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20237107</a:t>
            </a:r>
            <a:r>
              <a:rPr kumimoji="1" lang="ko-KR" altLang="en-US" dirty="0"/>
              <a:t> 하태영</a:t>
            </a:r>
          </a:p>
        </p:txBody>
      </p:sp>
    </p:spTree>
    <p:extLst>
      <p:ext uri="{BB962C8B-B14F-4D97-AF65-F5344CB8AC3E}">
        <p14:creationId xmlns:p14="http://schemas.microsoft.com/office/powerpoint/2010/main" val="3126507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E9BA50-DC99-91C1-6BE8-C0829D3E9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218" y="0"/>
            <a:ext cx="5409013" cy="681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968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8E30F9-2FE6-A5BE-5EBC-3B64408C9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42" y="0"/>
            <a:ext cx="8371915" cy="683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197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33D12-1850-A27C-2CB8-6F6A0364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412CC8-614C-B9A6-64C3-AF643F441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642" y="0"/>
            <a:ext cx="8148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358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99DFC5-674B-87B9-B956-62302EEDD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2395"/>
            <a:ext cx="10515600" cy="2287522"/>
          </a:xfrm>
        </p:spPr>
      </p:pic>
    </p:spTree>
    <p:extLst>
      <p:ext uri="{BB962C8B-B14F-4D97-AF65-F5344CB8AC3E}">
        <p14:creationId xmlns:p14="http://schemas.microsoft.com/office/powerpoint/2010/main" val="360615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A9AB-B406-7C8D-F48F-50C56107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61F6B5-5BD0-A2B0-70B0-C504B9F98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7432"/>
            <a:ext cx="7772400" cy="616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7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72EC7E-1D8F-63C4-E36C-98BB696A5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7308" y="-42333"/>
            <a:ext cx="8157384" cy="6886455"/>
          </a:xfrm>
        </p:spPr>
      </p:pic>
    </p:spTree>
    <p:extLst>
      <p:ext uri="{BB962C8B-B14F-4D97-AF65-F5344CB8AC3E}">
        <p14:creationId xmlns:p14="http://schemas.microsoft.com/office/powerpoint/2010/main" val="3788241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754AEB-54B3-6950-D1F3-E84B256A4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132" y="0"/>
            <a:ext cx="10675735" cy="6858000"/>
          </a:xfrm>
        </p:spPr>
      </p:pic>
    </p:spTree>
    <p:extLst>
      <p:ext uri="{BB962C8B-B14F-4D97-AF65-F5344CB8AC3E}">
        <p14:creationId xmlns:p14="http://schemas.microsoft.com/office/powerpoint/2010/main" val="3822072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</Words>
  <Application>Microsoft Macintosh PowerPoint</Application>
  <PresentationFormat>와이드스크린</PresentationFormat>
  <Paragraphs>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프로토타입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하태영</dc:creator>
  <cp:lastModifiedBy>하태영</cp:lastModifiedBy>
  <cp:revision>3</cp:revision>
  <dcterms:created xsi:type="dcterms:W3CDTF">2025-11-14T08:07:36Z</dcterms:created>
  <dcterms:modified xsi:type="dcterms:W3CDTF">2025-11-14T09:49:08Z</dcterms:modified>
</cp:coreProperties>
</file>