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50"/>
    <p:restoredTop sz="94700"/>
  </p:normalViewPr>
  <p:slideViewPr>
    <p:cSldViewPr snapToGrid="0">
      <p:cViewPr varScale="1">
        <p:scale>
          <a:sx n="91" d="100"/>
          <a:sy n="91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CAA8E-EF59-6B3B-020F-2D9929256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771954-6686-A56A-B07F-D7B97954A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5A8D9B-D555-9BB0-0B65-34984146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6DAEF6-0070-F9EF-7FC3-219E7CA9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9650A4-EE2C-278B-4FC0-D1C27EE4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547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39EB3-71E4-589A-4E46-88322456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98752-E5F5-EBB0-8065-CEDB25800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0E2ED-3124-C04C-6CD5-F44B9BFD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884D2-7264-9ABE-148C-1C97F82C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DDEAC6-6DE2-537A-8BBA-0D0DD275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778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E86B4-B569-886B-5F25-6652A2BA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62A617-97F9-4E18-7856-58CC1A3F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2DCA2E-E3BD-22C7-8A82-1C5C39E0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46550-39C7-D53D-A50A-FA63DB12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A285A-FB40-2F53-79CB-EF4014BF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448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AA561-6EAC-D8A6-25B5-D8687E4C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E3D2A6-36FB-C87A-4D35-52643015D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418680-8D12-EFDB-1D25-E2C65184A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7096B9-95B2-DA26-DF7C-FBD3A596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3ED44B-1277-8C63-4DA2-62EAA24E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2012C8-90A3-B76D-68C0-563911D2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56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1C0C3-53A5-6C6F-7F79-3B13DB4A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FF545E-528F-DE08-85CF-E44C2234B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FB33ED-38AD-7F8E-7004-1527665DE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B677A0-2C8C-CCF4-8759-5A0B4506A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3860C6-964A-12F0-E6AE-5E47CFEA1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0BA302-5EFD-4CA6-9B24-45F7CB002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279DA-B2F6-C130-BDD6-9997F768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D46C35-449F-8D71-7A53-7AE17292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732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EE04B-4D28-4A98-0494-7E5E3216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CE7532-1BBC-7381-B8F1-05AD6040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410479-D79C-B664-F567-71B6161B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58D9C2-C9E4-30C3-1D6A-AC71DC11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889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B145C0-09B0-84E5-A4B6-0ED2E17C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3CD4B9-213E-92A3-193E-C214DD15A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56FC03-EF15-BFCE-1655-68D4C890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947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54D3B-5A09-0114-58DE-63CF479B3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DFF2A3-3F50-8141-0E8D-ABC386EB8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C17293-EBC9-D191-233D-7B62000EC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AD1306-4883-91D9-2663-5A378F49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B340CF-B873-EB53-202D-9A74D4A4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0DAA3B-3C5C-5542-1238-D7312BB9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6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FB69A-660C-D590-5AA4-B04E2EE8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FB1001-CBAA-6B27-D748-2DBC2E50F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C46DCD-BC9E-EF8C-D27E-7DCE6FCC1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A07EAB-93A0-5D6F-38C7-5602813E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150F-362C-C544-F687-DA2ED493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3AAD63-5F90-05B8-465F-C89E287D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694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DAB49-ADC3-667C-DA03-C35545D59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EBD3F6-EBBF-FE68-A246-2A354AFFD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5ACE98-E383-D7B1-A283-44A94304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3CDDAB-5207-5A04-4AC5-A7A37669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70107-EF90-8902-851E-D34CD3FD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51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2B84B4-EB0B-4D78-9F44-AA6EB0504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ADE847-0C35-90B6-4443-5E39F335C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EF0F08-2657-FE81-0E72-B2232467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14E13-4FF8-E760-98A6-EC08D0E9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E0F6DB-5B7A-26D3-4334-F58279CA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319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96F57E-07EE-9D49-8669-D2F6EE75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9B1DDA-01AB-64A2-5EBA-A297EDCD9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FDA13A-6B8F-D854-7276-11409B7F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65421-B5DA-434E-8D0A-DE3FDA543D61}" type="datetimeFigureOut">
              <a:rPr kumimoji="1" lang="ko-KR" altLang="en-US" smtClean="0"/>
              <a:t>2025. 7. 21.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9F463-6EA2-ACD1-F8FB-B66013BB8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E6C3D1-3E47-F278-2011-B699538DB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1BECD-546D-444E-B3BF-E2FF685297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529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64C21-EB3E-D594-A549-395C6081EE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학술동아리 전시회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BD4F2F-7026-12FE-1645-C1615ED099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외모지상주의</a:t>
            </a:r>
          </a:p>
        </p:txBody>
      </p:sp>
    </p:spTree>
    <p:extLst>
      <p:ext uri="{BB962C8B-B14F-4D97-AF65-F5344CB8AC3E}">
        <p14:creationId xmlns:p14="http://schemas.microsoft.com/office/powerpoint/2010/main" val="405602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9FB93-206B-A532-CC94-0D764F0C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 흐름 요약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9F8305-CB9B-46FE-39CA-2DC24B48E0F6}"/>
              </a:ext>
            </a:extLst>
          </p:cNvPr>
          <p:cNvSpPr/>
          <p:nvPr/>
        </p:nvSpPr>
        <p:spPr>
          <a:xfrm>
            <a:off x="1012874" y="2287282"/>
            <a:ext cx="2749062" cy="911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사용자 얼굴 이미지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11E89D-3B8B-880B-F4A0-D49A90CF7BB8}"/>
              </a:ext>
            </a:extLst>
          </p:cNvPr>
          <p:cNvSpPr/>
          <p:nvPr/>
        </p:nvSpPr>
        <p:spPr>
          <a:xfrm>
            <a:off x="1012874" y="4025593"/>
            <a:ext cx="2749062" cy="911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프론트엔드</a:t>
            </a:r>
            <a:r>
              <a:rPr kumimoji="1" lang="ko-KR" altLang="en-US" dirty="0"/>
              <a:t> 웹 페이지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632E3A-0796-C801-1BBE-EA404C2E8E86}"/>
              </a:ext>
            </a:extLst>
          </p:cNvPr>
          <p:cNvSpPr/>
          <p:nvPr/>
        </p:nvSpPr>
        <p:spPr>
          <a:xfrm>
            <a:off x="6096000" y="2287282"/>
            <a:ext cx="5083126" cy="911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AI </a:t>
            </a:r>
            <a:r>
              <a:rPr kumimoji="1" lang="ko-KR" altLang="en-US" dirty="0" err="1"/>
              <a:t>백엔드</a:t>
            </a:r>
            <a:r>
              <a:rPr kumimoji="1" lang="ko-KR" altLang="en-US" dirty="0"/>
              <a:t> 서버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이미지 분석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점수</a:t>
            </a:r>
            <a:r>
              <a:rPr kumimoji="1" lang="en-US" altLang="ko-KR" dirty="0"/>
              <a:t>/</a:t>
            </a:r>
            <a:r>
              <a:rPr kumimoji="1" lang="ko-KR" altLang="en-US" dirty="0"/>
              <a:t>퍼센트 계산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F05FEB-2B5B-8F2C-C6F0-07CFEA47B3BD}"/>
              </a:ext>
            </a:extLst>
          </p:cNvPr>
          <p:cNvSpPr/>
          <p:nvPr/>
        </p:nvSpPr>
        <p:spPr>
          <a:xfrm>
            <a:off x="6872068" y="3817145"/>
            <a:ext cx="3530990" cy="911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응답 </a:t>
            </a:r>
            <a:r>
              <a:rPr kumimoji="1" lang="en-US" altLang="ko-KR" dirty="0"/>
              <a:t>:</a:t>
            </a:r>
            <a:r>
              <a:rPr kumimoji="1" lang="ko-KR" altLang="en-US" dirty="0"/>
              <a:t> 결과</a:t>
            </a:r>
            <a:r>
              <a:rPr kumimoji="1" lang="en-US" altLang="ko-KR" dirty="0"/>
              <a:t>(</a:t>
            </a:r>
            <a:r>
              <a:rPr kumimoji="1" lang="ko-KR" altLang="en-US" dirty="0"/>
              <a:t>점수</a:t>
            </a:r>
            <a:r>
              <a:rPr kumimoji="1" lang="en-US" altLang="ko-KR" dirty="0"/>
              <a:t>,</a:t>
            </a:r>
            <a:r>
              <a:rPr kumimoji="1" lang="ko-KR" altLang="en-US" dirty="0"/>
              <a:t> 퍼센트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CAA811-631E-A01B-E45C-E820B52FFAA1}"/>
              </a:ext>
            </a:extLst>
          </p:cNvPr>
          <p:cNvSpPr/>
          <p:nvPr/>
        </p:nvSpPr>
        <p:spPr>
          <a:xfrm>
            <a:off x="6096000" y="5347008"/>
            <a:ext cx="5312898" cy="911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웹에서 시각화 및 결과 안내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(</a:t>
            </a:r>
            <a:r>
              <a:rPr lang="ko-KR" altLang="en-US" dirty="0"/>
              <a:t>“개인정보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)</a:t>
            </a:r>
            <a:r>
              <a:rPr lang="ko-KR" altLang="en-US" dirty="0"/>
              <a:t>가 서버에 저장되지 않습니다”</a:t>
            </a:r>
            <a:r>
              <a:rPr lang="en-US" altLang="ko-KR" dirty="0"/>
              <a:t>)</a:t>
            </a:r>
            <a:endParaRPr kumimoji="1"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C0315B0-4F9A-E282-9FA1-6842755A5D75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387405" y="3199117"/>
            <a:ext cx="0" cy="826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A3CFD0A8-5E3F-5AE8-8037-93E0D6ED11C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 flipH="1" flipV="1">
            <a:off x="4187411" y="487276"/>
            <a:ext cx="2650146" cy="6250158"/>
          </a:xfrm>
          <a:prstGeom prst="bentConnector5">
            <a:avLst>
              <a:gd name="adj1" fmla="val -38352"/>
              <a:gd name="adj2" fmla="val 40664"/>
              <a:gd name="adj3" fmla="val 1144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5284CF5-6F64-926F-96DF-C0EB92A277D6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637563" y="3199117"/>
            <a:ext cx="0" cy="618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301236B-D4F6-A3FF-13B3-C01D713DADE6}"/>
              </a:ext>
            </a:extLst>
          </p:cNvPr>
          <p:cNvCxnSpPr/>
          <p:nvPr/>
        </p:nvCxnSpPr>
        <p:spPr>
          <a:xfrm>
            <a:off x="8621151" y="4728980"/>
            <a:ext cx="0" cy="618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21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1E2BE-88EA-5E20-C338-BF5AA8B8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설계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4572BAF-7F5A-4DF9-FE60-EF32B84691EF}"/>
              </a:ext>
            </a:extLst>
          </p:cNvPr>
          <p:cNvSpPr/>
          <p:nvPr/>
        </p:nvSpPr>
        <p:spPr>
          <a:xfrm>
            <a:off x="1597854" y="1736598"/>
            <a:ext cx="3496536" cy="344753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Backend</a:t>
            </a: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787F7FB-99BE-6645-4E3A-9D468465B01A}"/>
              </a:ext>
            </a:extLst>
          </p:cNvPr>
          <p:cNvSpPr/>
          <p:nvPr/>
        </p:nvSpPr>
        <p:spPr>
          <a:xfrm>
            <a:off x="6639951" y="1690688"/>
            <a:ext cx="3496536" cy="344753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Frontend</a:t>
            </a: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br>
              <a:rPr kumimoji="1" lang="en-US" altLang="ko-KR" dirty="0">
                <a:solidFill>
                  <a:schemeClr val="tx1"/>
                </a:solidFill>
              </a:rPr>
            </a:b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47D2AE1-889B-52F7-FA26-13CA6DD6F5D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094390" y="3460366"/>
            <a:ext cx="15455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12AB5C-27AF-2B16-9788-600C9C77D7D4}"/>
              </a:ext>
            </a:extLst>
          </p:cNvPr>
          <p:cNvSpPr txBox="1"/>
          <p:nvPr/>
        </p:nvSpPr>
        <p:spPr>
          <a:xfrm>
            <a:off x="5393686" y="3071094"/>
            <a:ext cx="1049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Rest API</a:t>
            </a:r>
            <a:endParaRPr kumimoji="1" lang="ko-KR" altLang="en-US" dirty="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8FC7F4B-4948-43F0-FD0F-45C91798A487}"/>
              </a:ext>
            </a:extLst>
          </p:cNvPr>
          <p:cNvSpPr/>
          <p:nvPr/>
        </p:nvSpPr>
        <p:spPr>
          <a:xfrm>
            <a:off x="1897150" y="3286685"/>
            <a:ext cx="2897945" cy="1701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AI</a:t>
            </a:r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ko-KR" altLang="en-US" dirty="0"/>
          </a:p>
        </p:txBody>
      </p:sp>
      <p:pic>
        <p:nvPicPr>
          <p:cNvPr id="15" name="그림 14" descr="폰트, 로고, 그래픽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12FB0C-27A8-88E0-A20D-CBA12302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009" y="2497229"/>
            <a:ext cx="2060110" cy="538751"/>
          </a:xfrm>
          <a:prstGeom prst="rect">
            <a:avLst/>
          </a:prstGeom>
        </p:spPr>
      </p:pic>
      <p:pic>
        <p:nvPicPr>
          <p:cNvPr id="17" name="그림 16" descr="폰트, 로고, 그래픽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39D30F-46AC-1E70-FADA-99792B4E3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825" y="4047316"/>
            <a:ext cx="1798478" cy="538751"/>
          </a:xfrm>
          <a:prstGeom prst="rect">
            <a:avLst/>
          </a:prstGeom>
        </p:spPr>
      </p:pic>
      <p:pic>
        <p:nvPicPr>
          <p:cNvPr id="19" name="그림 18" descr="로고, 그래픽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287758-9AE5-DC5F-2C72-CE504F68B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52" y="2675808"/>
            <a:ext cx="804414" cy="1092086"/>
          </a:xfrm>
          <a:prstGeom prst="rect">
            <a:avLst/>
          </a:prstGeom>
        </p:spPr>
      </p:pic>
      <p:pic>
        <p:nvPicPr>
          <p:cNvPr id="21" name="그림 20" descr="로고, 그래픽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0B5710-3FE2-ADBE-4963-D5A6727F4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967" y="2675807"/>
            <a:ext cx="720123" cy="1092087"/>
          </a:xfrm>
          <a:prstGeom prst="rect">
            <a:avLst/>
          </a:prstGeom>
        </p:spPr>
      </p:pic>
      <p:pic>
        <p:nvPicPr>
          <p:cNvPr id="23" name="그림 22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83AB6-947E-890E-A120-66CCA4DA47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9328" y="3903480"/>
            <a:ext cx="2257782" cy="853171"/>
          </a:xfrm>
          <a:prstGeom prst="rect">
            <a:avLst/>
          </a:prstGeom>
        </p:spPr>
      </p:pic>
      <p:sp>
        <p:nvSpPr>
          <p:cNvPr id="25" name="원통[C] 24">
            <a:extLst>
              <a:ext uri="{FF2B5EF4-FFF2-40B4-BE49-F238E27FC236}">
                <a16:creationId xmlns:a16="http://schemas.microsoft.com/office/drawing/2014/main" id="{BA0A2893-E236-D725-2576-0A1FE6F17AD7}"/>
              </a:ext>
            </a:extLst>
          </p:cNvPr>
          <p:cNvSpPr/>
          <p:nvPr/>
        </p:nvSpPr>
        <p:spPr>
          <a:xfrm>
            <a:off x="4122776" y="5610098"/>
            <a:ext cx="3488788" cy="928468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A2B7914-3B1F-8571-F820-456ABBCDE7D6}"/>
              </a:ext>
            </a:extLst>
          </p:cNvPr>
          <p:cNvCxnSpPr>
            <a:stCxn id="4" idx="2"/>
            <a:endCxn id="25" idx="1"/>
          </p:cNvCxnSpPr>
          <p:nvPr/>
        </p:nvCxnSpPr>
        <p:spPr>
          <a:xfrm>
            <a:off x="3346122" y="5184133"/>
            <a:ext cx="2521048" cy="425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8D6DC47-901F-07AD-DD45-FF7D07E9C09A}"/>
              </a:ext>
            </a:extLst>
          </p:cNvPr>
          <p:cNvCxnSpPr>
            <a:stCxn id="5" idx="2"/>
            <a:endCxn id="25" idx="1"/>
          </p:cNvCxnSpPr>
          <p:nvPr/>
        </p:nvCxnSpPr>
        <p:spPr>
          <a:xfrm flipH="1">
            <a:off x="5867170" y="5138223"/>
            <a:ext cx="2521049" cy="471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그림 30" descr="폰트, 로고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3028FD-FA0F-6F7E-59B0-B4A356AB83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6379" y="5984825"/>
            <a:ext cx="1484324" cy="42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78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55</Words>
  <Application>Microsoft Macintosh PowerPoint</Application>
  <PresentationFormat>와이드스크린</PresentationFormat>
  <Paragraphs>33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학술동아리 전시회</vt:lpstr>
      <vt:lpstr>데이터 흐름 요약</vt:lpstr>
      <vt:lpstr>설계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2</cp:revision>
  <dcterms:created xsi:type="dcterms:W3CDTF">2025-07-20T16:25:55Z</dcterms:created>
  <dcterms:modified xsi:type="dcterms:W3CDTF">2025-07-20T17:48:24Z</dcterms:modified>
</cp:coreProperties>
</file>