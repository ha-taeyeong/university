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0"/>
    <p:restoredTop sz="94694"/>
  </p:normalViewPr>
  <p:slideViewPr>
    <p:cSldViewPr snapToGrid="0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E1B5F6-7C4F-2F7B-ED26-B77DD0D3E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04FF04B-8E77-3E09-DA84-78DD4E06C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B47448-0B50-1053-40A0-228401E9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7807-8EF2-4D4E-A502-DA46BE2956F2}" type="datetimeFigureOut">
              <a:rPr kumimoji="1" lang="ko-KR" altLang="en-US" smtClean="0"/>
              <a:t>2025. 12. 24.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BD6353-1CDA-F674-DC49-9C9566A6F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9EDF71-816E-A080-A570-7785A9C1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CC21-74C8-C94C-9659-95DD497C0B2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05359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81CC4-A794-B55C-4F16-5FB08E33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D1A9E8-58B5-15A1-6E10-3FEE94B42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3A90E3-16B9-C9B7-55BC-5415B1B8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7807-8EF2-4D4E-A502-DA46BE2956F2}" type="datetimeFigureOut">
              <a:rPr kumimoji="1" lang="ko-KR" altLang="en-US" smtClean="0"/>
              <a:t>2025. 12. 24.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0AA87F-1BB6-C369-BDAB-3DD034995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7EA9D0-C69F-24A5-20B5-7DD0B9ED4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CC21-74C8-C94C-9659-95DD497C0B2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9442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8E754A-A02C-A6BF-9649-15906802F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0326D9-CB26-FC96-28FA-ECC1BB279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99B6A8-4BBA-FEDB-D12E-BA8F19A47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7807-8EF2-4D4E-A502-DA46BE2956F2}" type="datetimeFigureOut">
              <a:rPr kumimoji="1" lang="ko-KR" altLang="en-US" smtClean="0"/>
              <a:t>2025. 12. 24.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04F5F7-6210-FEE7-82FA-3D2342C19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1E8C03-8D9B-BD17-07BD-114E4130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CC21-74C8-C94C-9659-95DD497C0B2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9521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EB591C-5725-22E8-7A7C-F8DBDF95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ABAEC8-8203-A02C-EC84-94A19C52C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24500C-AF9B-4C5D-783D-B5DB2CFFC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51AAE3-0ED0-62A7-789C-56F387B11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7807-8EF2-4D4E-A502-DA46BE2956F2}" type="datetimeFigureOut">
              <a:rPr kumimoji="1" lang="ko-KR" altLang="en-US" smtClean="0"/>
              <a:t>2025. 12. 24.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71F87C-3ED3-0278-3894-3CE9E64E1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A09F83-22DC-B502-1738-758B92CAB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CC21-74C8-C94C-9659-95DD497C0B2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12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6289D-BD54-7360-D277-4B4B6E301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1C410A-14FA-2AFD-4F61-5A10426BF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D8B405-AB69-9FCD-00C5-D303C5DDD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272ABF3-FFAB-D50F-A0CE-EB2049ECF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4F9F1AE-C271-E731-F275-4B1BAD6FD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1743E19-B4F3-1A93-0BB7-D3CCF8FF6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7807-8EF2-4D4E-A502-DA46BE2956F2}" type="datetimeFigureOut">
              <a:rPr kumimoji="1" lang="ko-KR" altLang="en-US" smtClean="0"/>
              <a:t>2025. 12. 24.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6CFA46B-77C1-DCB3-C704-B949BBB2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161DAA-7906-193F-D7A4-FAE4F4AA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CC21-74C8-C94C-9659-95DD497C0B2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266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836023-1A5F-188B-AA87-A3C8FA562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670B90-6F25-1D90-1B83-6BAA035C6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7807-8EF2-4D4E-A502-DA46BE2956F2}" type="datetimeFigureOut">
              <a:rPr kumimoji="1" lang="ko-KR" altLang="en-US" smtClean="0"/>
              <a:t>2025. 12. 24.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A71C5F-A624-8AF8-66D6-0E15CF055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C4CA9F-6657-4AE9-D347-8C1176D27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CC21-74C8-C94C-9659-95DD497C0B2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4356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0E15640-0B96-A850-B01D-A51FD2292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7807-8EF2-4D4E-A502-DA46BE2956F2}" type="datetimeFigureOut">
              <a:rPr kumimoji="1" lang="ko-KR" altLang="en-US" smtClean="0"/>
              <a:t>2025. 12. 24.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5401B12-36B7-BC55-F464-BB4FD7898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8C0883-8C09-A1BC-6816-EBC2D2145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CC21-74C8-C94C-9659-95DD497C0B2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67420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55CDE-D0F7-60F4-DEC2-84905D30A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C28855-F3F5-B94F-FDB5-512A460D4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EEB055-6223-A7F7-2FDD-CD3C9B4B0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D63A27-587F-3554-0205-3DAD04148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7807-8EF2-4D4E-A502-DA46BE2956F2}" type="datetimeFigureOut">
              <a:rPr kumimoji="1" lang="ko-KR" altLang="en-US" smtClean="0"/>
              <a:t>2025. 12. 24.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225051-E80B-BBAB-36C7-2E2F41AC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413299-3806-6095-1DF6-677FEFCD4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CC21-74C8-C94C-9659-95DD497C0B2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07867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C8F1D-7125-67D1-F668-2B044BB7A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9FE0523-DD8E-F38E-8D10-CF2BBD63E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ABD367-E675-21B7-06D1-8CF8518FF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E04BD3-5DFC-643C-2E55-AAB64EC58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7807-8EF2-4D4E-A502-DA46BE2956F2}" type="datetimeFigureOut">
              <a:rPr kumimoji="1" lang="ko-KR" altLang="en-US" smtClean="0"/>
              <a:t>2025. 12. 24.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FB3E02-7A88-8E97-E305-205E268EA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9A5E8A-2A80-771E-821A-08285E60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CC21-74C8-C94C-9659-95DD497C0B2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6675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AC170-5898-4057-7701-442EDA151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A04D99-62B4-25ED-92A7-D3AD8E140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4B151A-6FA8-5B5D-CFEE-C43D1E37A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7807-8EF2-4D4E-A502-DA46BE2956F2}" type="datetimeFigureOut">
              <a:rPr kumimoji="1" lang="ko-KR" altLang="en-US" smtClean="0"/>
              <a:t>2025. 12. 24.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E7FE3B-D577-6FEF-C8AB-A85CCB648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46F6D5-2E90-50AA-61CA-7F06902C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CC21-74C8-C94C-9659-95DD497C0B2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3408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E873B94-C143-9CCB-A124-E9C8224FC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A96348-D5D2-7944-070A-E390FE9A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04DCD1-89FC-E5B3-0FE3-3E68FA1A6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7807-8EF2-4D4E-A502-DA46BE2956F2}" type="datetimeFigureOut">
              <a:rPr kumimoji="1" lang="ko-KR" altLang="en-US" smtClean="0"/>
              <a:t>2025. 12. 24.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6DBC9C-27B0-126D-8986-315F73973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9046C3-D039-6F41-F6F6-EB7757F9E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4CC21-74C8-C94C-9659-95DD497C0B2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18713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23E8A6-0BCF-39B5-5DA5-28BD1D8D9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1705EC-42FE-68A9-C536-DBC4666C1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139833-CA47-E01A-5ABF-CF28B08C13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97807-8EF2-4D4E-A502-DA46BE2956F2}" type="datetimeFigureOut">
              <a:rPr kumimoji="1" lang="ko-KR" altLang="en-US" smtClean="0"/>
              <a:t>2025. 12. 24.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8DA74F-7735-A69C-EFD1-D6A3EC2C5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C8BE48-B9BF-7842-66DC-DC98BB05E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4CC21-74C8-C94C-9659-95DD497C0B2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1276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5D5D82F2-C9B0-7F1A-B31D-6672E97F5535}"/>
              </a:ext>
            </a:extLst>
          </p:cNvPr>
          <p:cNvSpPr/>
          <p:nvPr/>
        </p:nvSpPr>
        <p:spPr>
          <a:xfrm>
            <a:off x="5538950" y="4311869"/>
            <a:ext cx="2774731" cy="8933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 err="1">
                <a:solidFill>
                  <a:schemeClr val="tx1"/>
                </a:solidFill>
              </a:rPr>
              <a:t>달랏</a:t>
            </a:r>
            <a:r>
              <a:rPr kumimoji="1" lang="ko-KR" altLang="en-US" dirty="0">
                <a:solidFill>
                  <a:schemeClr val="tx1"/>
                </a:solidFill>
              </a:rPr>
              <a:t> 지역 문제</a:t>
            </a:r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r>
              <a:rPr lang="en" altLang="ko-KR" dirty="0" err="1">
                <a:solidFill>
                  <a:schemeClr val="tx1"/>
                </a:solidFill>
              </a:rPr>
              <a:t>Vấn</a:t>
            </a:r>
            <a:r>
              <a:rPr lang="en" altLang="ko-KR" dirty="0">
                <a:solidFill>
                  <a:schemeClr val="tx1"/>
                </a:solidFill>
              </a:rPr>
              <a:t> </a:t>
            </a:r>
            <a:r>
              <a:rPr lang="en" altLang="ko-KR" dirty="0" err="1">
                <a:solidFill>
                  <a:schemeClr val="tx1"/>
                </a:solidFill>
              </a:rPr>
              <a:t>đề</a:t>
            </a:r>
            <a:r>
              <a:rPr lang="en" altLang="ko-KR" dirty="0">
                <a:solidFill>
                  <a:schemeClr val="tx1"/>
                </a:solidFill>
              </a:rPr>
              <a:t> </a:t>
            </a:r>
            <a:r>
              <a:rPr lang="en" altLang="ko-KR" dirty="0" err="1">
                <a:solidFill>
                  <a:schemeClr val="tx1"/>
                </a:solidFill>
              </a:rPr>
              <a:t>khu</a:t>
            </a:r>
            <a:r>
              <a:rPr lang="en" altLang="ko-KR" dirty="0">
                <a:solidFill>
                  <a:schemeClr val="tx1"/>
                </a:solidFill>
              </a:rPr>
              <a:t> </a:t>
            </a:r>
            <a:r>
              <a:rPr lang="en" altLang="ko-KR" dirty="0" err="1">
                <a:solidFill>
                  <a:schemeClr val="tx1"/>
                </a:solidFill>
              </a:rPr>
              <a:t>vực</a:t>
            </a:r>
            <a:r>
              <a:rPr lang="en" altLang="ko-KR" dirty="0">
                <a:solidFill>
                  <a:schemeClr val="tx1"/>
                </a:solidFill>
              </a:rPr>
              <a:t> </a:t>
            </a:r>
            <a:r>
              <a:rPr lang="en" altLang="ko-KR" dirty="0" err="1">
                <a:solidFill>
                  <a:schemeClr val="tx1"/>
                </a:solidFill>
              </a:rPr>
              <a:t>Đà</a:t>
            </a:r>
            <a:r>
              <a:rPr lang="en" altLang="ko-KR" dirty="0">
                <a:solidFill>
                  <a:schemeClr val="tx1"/>
                </a:solidFill>
              </a:rPr>
              <a:t> </a:t>
            </a:r>
            <a:r>
              <a:rPr lang="en" altLang="ko-KR" dirty="0" err="1">
                <a:solidFill>
                  <a:schemeClr val="tx1"/>
                </a:solidFill>
              </a:rPr>
              <a:t>Lạt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E5D7EC3-70D9-1776-E82F-7BAE307C3025}"/>
              </a:ext>
            </a:extLst>
          </p:cNvPr>
          <p:cNvSpPr/>
          <p:nvPr/>
        </p:nvSpPr>
        <p:spPr>
          <a:xfrm>
            <a:off x="2797065" y="2824655"/>
            <a:ext cx="2012731" cy="8933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chemeClr val="tx1"/>
                </a:solidFill>
              </a:rPr>
              <a:t>농업</a:t>
            </a:r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r>
              <a:rPr lang="en" altLang="ko-KR" dirty="0" err="1">
                <a:solidFill>
                  <a:schemeClr val="tx1"/>
                </a:solidFill>
              </a:rPr>
              <a:t>nông</a:t>
            </a:r>
            <a:r>
              <a:rPr lang="en" altLang="ko-KR" dirty="0">
                <a:solidFill>
                  <a:schemeClr val="tx1"/>
                </a:solidFill>
              </a:rPr>
              <a:t> </a:t>
            </a:r>
            <a:r>
              <a:rPr lang="en" altLang="ko-KR" dirty="0" err="1">
                <a:solidFill>
                  <a:schemeClr val="tx1"/>
                </a:solidFill>
              </a:rPr>
              <a:t>nghiệp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29C6F0FF-233E-D277-4E1A-522BC5886440}"/>
              </a:ext>
            </a:extLst>
          </p:cNvPr>
          <p:cNvSpPr/>
          <p:nvPr/>
        </p:nvSpPr>
        <p:spPr>
          <a:xfrm>
            <a:off x="5919951" y="2824655"/>
            <a:ext cx="2012731" cy="8933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chemeClr val="tx1"/>
                </a:solidFill>
              </a:rPr>
              <a:t>산사태</a:t>
            </a:r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r>
              <a:rPr lang="en" altLang="ko-KR" dirty="0" err="1">
                <a:solidFill>
                  <a:schemeClr val="tx1"/>
                </a:solidFill>
              </a:rPr>
              <a:t>sự</a:t>
            </a:r>
            <a:r>
              <a:rPr lang="en" altLang="ko-KR" dirty="0">
                <a:solidFill>
                  <a:schemeClr val="tx1"/>
                </a:solidFill>
              </a:rPr>
              <a:t> </a:t>
            </a:r>
            <a:r>
              <a:rPr lang="en" altLang="ko-KR" dirty="0" err="1">
                <a:solidFill>
                  <a:schemeClr val="tx1"/>
                </a:solidFill>
              </a:rPr>
              <a:t>sạt</a:t>
            </a:r>
            <a:r>
              <a:rPr lang="en" altLang="ko-KR" dirty="0">
                <a:solidFill>
                  <a:schemeClr val="tx1"/>
                </a:solidFill>
              </a:rPr>
              <a:t> </a:t>
            </a:r>
            <a:r>
              <a:rPr lang="en" altLang="ko-KR" dirty="0" err="1">
                <a:solidFill>
                  <a:schemeClr val="tx1"/>
                </a:solidFill>
              </a:rPr>
              <a:t>núi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661D863-9276-4E4B-4661-8EA644AB0A0D}"/>
              </a:ext>
            </a:extLst>
          </p:cNvPr>
          <p:cNvSpPr/>
          <p:nvPr/>
        </p:nvSpPr>
        <p:spPr>
          <a:xfrm>
            <a:off x="8939048" y="2824655"/>
            <a:ext cx="2012731" cy="8933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chemeClr val="tx1"/>
                </a:solidFill>
              </a:rPr>
              <a:t>쓰레기</a:t>
            </a:r>
            <a:r>
              <a:rPr kumimoji="1" lang="en-US" altLang="ko-KR" dirty="0">
                <a:solidFill>
                  <a:schemeClr val="tx1"/>
                </a:solidFill>
              </a:rPr>
              <a:t>(5)</a:t>
            </a:r>
          </a:p>
          <a:p>
            <a:pPr algn="ctr"/>
            <a:r>
              <a:rPr lang="en" altLang="ko-KR" dirty="0" err="1">
                <a:solidFill>
                  <a:schemeClr val="tx1"/>
                </a:solidFill>
              </a:rPr>
              <a:t>rác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15B06367-0A04-7366-569F-1297FDCAB0CD}"/>
              </a:ext>
            </a:extLst>
          </p:cNvPr>
          <p:cNvSpPr/>
          <p:nvPr/>
        </p:nvSpPr>
        <p:spPr>
          <a:xfrm>
            <a:off x="352097" y="1337441"/>
            <a:ext cx="2548759" cy="8933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chemeClr val="tx1"/>
                </a:solidFill>
              </a:rPr>
              <a:t>딸기병해충</a:t>
            </a:r>
            <a:r>
              <a:rPr kumimoji="1" lang="en-US" altLang="ko-KR" dirty="0">
                <a:solidFill>
                  <a:schemeClr val="tx1"/>
                </a:solidFill>
              </a:rPr>
              <a:t>(2)</a:t>
            </a:r>
          </a:p>
          <a:p>
            <a:pPr algn="ctr"/>
            <a:r>
              <a:rPr lang="en" altLang="ko-KR" dirty="0" err="1">
                <a:solidFill>
                  <a:schemeClr val="tx1"/>
                </a:solidFill>
              </a:rPr>
              <a:t>sâu</a:t>
            </a:r>
            <a:r>
              <a:rPr lang="en" altLang="ko-KR" dirty="0">
                <a:solidFill>
                  <a:schemeClr val="tx1"/>
                </a:solidFill>
              </a:rPr>
              <a:t> </a:t>
            </a:r>
            <a:r>
              <a:rPr lang="en" altLang="ko-KR" dirty="0" err="1">
                <a:solidFill>
                  <a:schemeClr val="tx1"/>
                </a:solidFill>
              </a:rPr>
              <a:t>bọ</a:t>
            </a:r>
            <a:r>
              <a:rPr lang="en" altLang="ko-KR" dirty="0">
                <a:solidFill>
                  <a:schemeClr val="tx1"/>
                </a:solidFill>
              </a:rPr>
              <a:t> </a:t>
            </a:r>
            <a:r>
              <a:rPr lang="en" altLang="ko-KR" dirty="0" err="1">
                <a:solidFill>
                  <a:schemeClr val="tx1"/>
                </a:solidFill>
              </a:rPr>
              <a:t>gây</a:t>
            </a:r>
            <a:r>
              <a:rPr lang="en" altLang="ko-KR" dirty="0">
                <a:solidFill>
                  <a:schemeClr val="tx1"/>
                </a:solidFill>
              </a:rPr>
              <a:t> </a:t>
            </a:r>
            <a:r>
              <a:rPr lang="en" altLang="ko-KR" dirty="0" err="1">
                <a:solidFill>
                  <a:schemeClr val="tx1"/>
                </a:solidFill>
              </a:rPr>
              <a:t>bệnh</a:t>
            </a:r>
            <a:r>
              <a:rPr lang="en" altLang="ko-KR" dirty="0">
                <a:solidFill>
                  <a:schemeClr val="tx1"/>
                </a:solidFill>
              </a:rPr>
              <a:t> </a:t>
            </a:r>
            <a:r>
              <a:rPr lang="en" altLang="ko-KR" dirty="0" err="1">
                <a:solidFill>
                  <a:schemeClr val="tx1"/>
                </a:solidFill>
              </a:rPr>
              <a:t>dâu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12A78A0-A538-6EBB-A1E1-9593CE60681B}"/>
              </a:ext>
            </a:extLst>
          </p:cNvPr>
          <p:cNvSpPr/>
          <p:nvPr/>
        </p:nvSpPr>
        <p:spPr>
          <a:xfrm>
            <a:off x="2212428" y="4311869"/>
            <a:ext cx="2493578" cy="8933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chemeClr val="tx1"/>
                </a:solidFill>
              </a:rPr>
              <a:t>관광사업</a:t>
            </a:r>
            <a:r>
              <a:rPr kumimoji="1" lang="en-US" altLang="ko-KR" dirty="0">
                <a:solidFill>
                  <a:schemeClr val="tx1"/>
                </a:solidFill>
              </a:rPr>
              <a:t>(2)</a:t>
            </a:r>
          </a:p>
          <a:p>
            <a:pPr algn="ctr"/>
            <a:r>
              <a:rPr lang="en" altLang="ko-KR" dirty="0" err="1">
                <a:solidFill>
                  <a:schemeClr val="tx1"/>
                </a:solidFill>
              </a:rPr>
              <a:t>kinh</a:t>
            </a:r>
            <a:r>
              <a:rPr lang="en" altLang="ko-KR" dirty="0">
                <a:solidFill>
                  <a:schemeClr val="tx1"/>
                </a:solidFill>
              </a:rPr>
              <a:t> </a:t>
            </a:r>
            <a:r>
              <a:rPr lang="en" altLang="ko-KR" dirty="0" err="1">
                <a:solidFill>
                  <a:schemeClr val="tx1"/>
                </a:solidFill>
              </a:rPr>
              <a:t>doanh</a:t>
            </a:r>
            <a:r>
              <a:rPr lang="en" altLang="ko-KR" dirty="0">
                <a:solidFill>
                  <a:schemeClr val="tx1"/>
                </a:solidFill>
              </a:rPr>
              <a:t> du </a:t>
            </a:r>
            <a:r>
              <a:rPr lang="en" altLang="ko-KR" dirty="0" err="1">
                <a:solidFill>
                  <a:schemeClr val="tx1"/>
                </a:solidFill>
              </a:rPr>
              <a:t>lịch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FAC4982-0F97-B0BB-3A43-80057231B6EF}"/>
              </a:ext>
            </a:extLst>
          </p:cNvPr>
          <p:cNvCxnSpPr>
            <a:stCxn id="4" idx="0"/>
            <a:endCxn id="6" idx="2"/>
          </p:cNvCxnSpPr>
          <p:nvPr/>
        </p:nvCxnSpPr>
        <p:spPr>
          <a:xfrm flipV="1">
            <a:off x="6926316" y="3718035"/>
            <a:ext cx="1" cy="593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3609912-1C76-C463-958E-6D6DBE11D8AC}"/>
              </a:ext>
            </a:extLst>
          </p:cNvPr>
          <p:cNvCxnSpPr>
            <a:cxnSpLocks/>
          </p:cNvCxnSpPr>
          <p:nvPr/>
        </p:nvCxnSpPr>
        <p:spPr>
          <a:xfrm flipH="1" flipV="1">
            <a:off x="4809796" y="3618187"/>
            <a:ext cx="813238" cy="6936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2726361-AAB5-3681-38AB-BC85101425EC}"/>
              </a:ext>
            </a:extLst>
          </p:cNvPr>
          <p:cNvCxnSpPr>
            <a:stCxn id="4" idx="1"/>
            <a:endCxn id="9" idx="3"/>
          </p:cNvCxnSpPr>
          <p:nvPr/>
        </p:nvCxnSpPr>
        <p:spPr>
          <a:xfrm flipH="1">
            <a:off x="4706006" y="4758559"/>
            <a:ext cx="832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C5AF869-A2FE-9154-509A-2717A57F57FA}"/>
              </a:ext>
            </a:extLst>
          </p:cNvPr>
          <p:cNvCxnSpPr/>
          <p:nvPr/>
        </p:nvCxnSpPr>
        <p:spPr>
          <a:xfrm flipV="1">
            <a:off x="8313681" y="3718035"/>
            <a:ext cx="625367" cy="593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2AFA6C23-47A0-29F2-87DA-8E56FCA4A4A5}"/>
              </a:ext>
            </a:extLst>
          </p:cNvPr>
          <p:cNvSpPr/>
          <p:nvPr/>
        </p:nvSpPr>
        <p:spPr>
          <a:xfrm>
            <a:off x="2797065" y="5799083"/>
            <a:ext cx="2012731" cy="8933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chemeClr val="tx1"/>
                </a:solidFill>
              </a:rPr>
              <a:t>기후</a:t>
            </a:r>
            <a:r>
              <a:rPr kumimoji="1" lang="en-US" altLang="ko-KR" dirty="0">
                <a:solidFill>
                  <a:schemeClr val="tx1"/>
                </a:solidFill>
              </a:rPr>
              <a:t>(</a:t>
            </a:r>
            <a:r>
              <a:rPr kumimoji="1" lang="ko-KR" altLang="en-US" dirty="0">
                <a:solidFill>
                  <a:schemeClr val="tx1"/>
                </a:solidFill>
              </a:rPr>
              <a:t>홍수</a:t>
            </a:r>
            <a:r>
              <a:rPr kumimoji="1" lang="en-US" altLang="ko-KR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vi-VN" altLang="ko-KR" dirty="0">
                <a:solidFill>
                  <a:schemeClr val="tx1"/>
                </a:solidFill>
              </a:rPr>
              <a:t>Khí hậu (nước lũ)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328D2DD-36A9-745A-04C4-29DBB2FA5553}"/>
              </a:ext>
            </a:extLst>
          </p:cNvPr>
          <p:cNvCxnSpPr>
            <a:cxnSpLocks/>
          </p:cNvCxnSpPr>
          <p:nvPr/>
        </p:nvCxnSpPr>
        <p:spPr>
          <a:xfrm flipH="1">
            <a:off x="4706006" y="5205249"/>
            <a:ext cx="832944" cy="593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0CBE36C-58B6-DC4C-5B30-E76BE3EF226E}"/>
              </a:ext>
            </a:extLst>
          </p:cNvPr>
          <p:cNvCxnSpPr>
            <a:cxnSpLocks/>
          </p:cNvCxnSpPr>
          <p:nvPr/>
        </p:nvCxnSpPr>
        <p:spPr>
          <a:xfrm flipH="1" flipV="1">
            <a:off x="2790495" y="2230822"/>
            <a:ext cx="258819" cy="501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659401E-9ABE-BE47-87A3-769F78E5138C}"/>
              </a:ext>
            </a:extLst>
          </p:cNvPr>
          <p:cNvSpPr txBox="1"/>
          <p:nvPr/>
        </p:nvSpPr>
        <p:spPr>
          <a:xfrm>
            <a:off x="3459217" y="351031"/>
            <a:ext cx="6151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4000" dirty="0"/>
              <a:t>마인드 맵 </a:t>
            </a:r>
            <a:r>
              <a:rPr kumimoji="1" lang="en-US" altLang="ko-KR" sz="4000" dirty="0"/>
              <a:t>/</a:t>
            </a:r>
            <a:r>
              <a:rPr kumimoji="1" lang="ko-KR" altLang="en-US" sz="4000" dirty="0"/>
              <a:t> </a:t>
            </a:r>
            <a:r>
              <a:rPr lang="vi-VN" altLang="ko-KR" sz="4000" dirty="0"/>
              <a:t>bản đồ tư duy</a:t>
            </a:r>
            <a:endParaRPr kumimoji="1"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264562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7BE71-D78F-7DCA-F9F3-6BCFCC481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팀 </a:t>
            </a:r>
            <a:r>
              <a:rPr kumimoji="1" lang="ko-KR" altLang="en-US"/>
              <a:t>이름 선정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5C8A4-E358-86FF-BFED-7F0643B9C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쓰레기</a:t>
            </a:r>
            <a:r>
              <a:rPr kumimoji="1" lang="en-US" altLang="ko-KR" dirty="0"/>
              <a:t>s</a:t>
            </a:r>
            <a:r>
              <a:rPr kumimoji="1" lang="ko-KR" altLang="en-US" dirty="0"/>
              <a:t> 제로 </a:t>
            </a:r>
            <a:r>
              <a:rPr kumimoji="1" lang="ko-KR" altLang="en-US" dirty="0" err="1"/>
              <a:t>달랏</a:t>
            </a:r>
            <a:r>
              <a:rPr kumimoji="1" lang="ko-KR" altLang="en-US" dirty="0"/>
              <a:t> </a:t>
            </a:r>
            <a:r>
              <a:rPr kumimoji="1" lang="en-US" altLang="ko-KR" dirty="0"/>
              <a:t>/</a:t>
            </a:r>
            <a:r>
              <a:rPr kumimoji="1" lang="ko-KR" altLang="en-US" dirty="0"/>
              <a:t> </a:t>
            </a:r>
            <a:r>
              <a:rPr lang="en" altLang="ko-KR" dirty="0" err="1"/>
              <a:t>Rác</a:t>
            </a:r>
            <a:r>
              <a:rPr lang="en" altLang="ko-KR" dirty="0"/>
              <a:t> </a:t>
            </a:r>
            <a:r>
              <a:rPr lang="en" altLang="ko-KR" dirty="0" err="1"/>
              <a:t>không</a:t>
            </a:r>
            <a:r>
              <a:rPr lang="en" altLang="ko-KR" dirty="0"/>
              <a:t> </a:t>
            </a:r>
            <a:r>
              <a:rPr lang="en" altLang="ko-KR" dirty="0" err="1"/>
              <a:t>còn</a:t>
            </a:r>
            <a:r>
              <a:rPr lang="en" altLang="ko-KR" dirty="0"/>
              <a:t> </a:t>
            </a:r>
            <a:r>
              <a:rPr lang="en" altLang="ko-KR" dirty="0" err="1"/>
              <a:t>nữa</a:t>
            </a:r>
            <a:r>
              <a:rPr lang="en" altLang="ko-KR" dirty="0"/>
              <a:t>, </a:t>
            </a:r>
            <a:r>
              <a:rPr lang="en" altLang="ko-KR" dirty="0" err="1"/>
              <a:t>Đà</a:t>
            </a:r>
            <a:r>
              <a:rPr lang="en" altLang="ko-KR" dirty="0"/>
              <a:t> </a:t>
            </a:r>
            <a:r>
              <a:rPr lang="en" altLang="ko-KR" dirty="0" err="1"/>
              <a:t>Lạt</a:t>
            </a:r>
            <a:endParaRPr kumimoji="1" lang="en-US" altLang="ko-KR" dirty="0"/>
          </a:p>
          <a:p>
            <a:r>
              <a:rPr kumimoji="1" lang="ko-KR" altLang="en-US" dirty="0"/>
              <a:t>청정 고원 수호자</a:t>
            </a:r>
            <a:endParaRPr kumimoji="1" lang="en-US" altLang="ko-KR" dirty="0"/>
          </a:p>
          <a:p>
            <a:r>
              <a:rPr kumimoji="1" lang="ko-KR" altLang="en-US" dirty="0" err="1"/>
              <a:t>달랏</a:t>
            </a:r>
            <a:r>
              <a:rPr kumimoji="1" lang="ko-KR" altLang="en-US" dirty="0"/>
              <a:t> 쓰레기 헌터</a:t>
            </a:r>
          </a:p>
        </p:txBody>
      </p:sp>
    </p:spTree>
    <p:extLst>
      <p:ext uri="{BB962C8B-B14F-4D97-AF65-F5344CB8AC3E}">
        <p14:creationId xmlns:p14="http://schemas.microsoft.com/office/powerpoint/2010/main" val="893844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76</Words>
  <Application>Microsoft Macintosh PowerPoint</Application>
  <PresentationFormat>와이드스크린</PresentationFormat>
  <Paragraphs>19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팀 이름 선정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하태영</dc:creator>
  <cp:lastModifiedBy>하태영</cp:lastModifiedBy>
  <cp:revision>1</cp:revision>
  <dcterms:created xsi:type="dcterms:W3CDTF">2025-12-24T08:59:39Z</dcterms:created>
  <dcterms:modified xsi:type="dcterms:W3CDTF">2025-12-25T02:08:36Z</dcterms:modified>
</cp:coreProperties>
</file>