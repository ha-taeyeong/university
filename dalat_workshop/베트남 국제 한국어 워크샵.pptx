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1" r:id="rId4"/>
    <p:sldId id="257" r:id="rId5"/>
    <p:sldId id="259" r:id="rId6"/>
    <p:sldId id="258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E8058-31E1-2AD6-57DB-D9ECDB7D8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994949-F38B-3A6B-B93D-DB0C3CE7C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FBB01-957F-69D8-C7AE-3393DA23F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B3E08-66ED-6768-5CBB-7FE8D8DA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0AB22-81C2-C427-A598-36CBBA03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544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DCFA2-0CFF-06F0-4663-244082D32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59FE03-0C4C-4E37-6F9F-A2FAAD924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151F0-FC99-0942-9795-37568FD4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5A9607-064B-5623-D691-289886B7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04A5D-8516-D316-8E51-F4F27380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886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DF650-1A40-71AA-4993-2203A23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67355-F9B2-117C-5D86-99640506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E4FBFF-3FA5-33E8-96CF-7AF229B4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5731C5-318E-B139-1D3D-41F21C0F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D0994-BEE3-A68E-6466-BFC165C1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211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EC2D2-46FB-F175-695B-D5BFCE3C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CC652D-557E-FD72-42CA-95633424D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4B5F2A-FB51-6243-3380-BB6BC193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6DB84E-5C1F-981A-F1DA-6B9A8D79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B0FF14-F920-54C7-0D37-2FF49C88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461D5A-637E-6BD0-0F62-98B0C8E8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136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D6323F-E31D-51EB-A152-C01B47F3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B94F0A-7126-4E3F-CCAB-58FE2A494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FBCF7-AD95-0373-433B-34BEFFAD3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3DD35E-AE22-B339-F24E-648259484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55CA33-E778-61CB-C38C-CC21A0FFA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6480C-1A16-5BB5-8C58-F4AD7977C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B9CA64-0FFC-F969-E969-0023218A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01D985-049E-D3A8-A814-44A176DD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238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E6E5A-2CCE-627A-B2A7-1C265225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F1EF95-54A6-1F8F-4A79-0A8869CA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07D5C1-FC21-9E57-64CF-6F73BD446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FBC684-D649-E7AD-80B0-1A01CC10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1322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2DD700-397E-0D14-B87D-0F58DF68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51038B-2000-D5F0-FB5B-83B11291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771A73-43DA-A8B9-CE77-B391EB18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480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C57F2-2DB2-8C58-AD08-F9033B76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5519C-A590-CC44-F898-26E3E16EC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4CC6BC-BADC-411F-8EA6-6C7409FD3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865AF1-30BD-99AE-7BE0-C87B1033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10E8C-6486-856F-2DFF-29482985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B43142-01B1-2DD6-6101-3070E496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199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4BDF4-353B-599F-89B7-EBC751C6C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AD20589-9C98-C211-D60A-A446ECAD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A72565-EE4A-3CE3-9B41-82761EFAD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A5A20A-1C98-ACD2-5DD3-CB9083380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A38087-000B-57EF-13D2-72AD9138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3600AE-6996-CA8F-5664-F914FF7E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564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F8BAE1-D709-C0E5-5A86-82AE7D9A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5DCD21-6329-6166-7564-61BAAD2F8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9A1593-BD8C-0C4A-C75F-6D50E105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DD0B9E-2FFE-B8B2-74C2-428CB8241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F49938-CE09-9484-352D-DC511307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058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F8FD6A-93EA-6780-2E0D-7895412DC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2264EC-6432-3A4F-2279-3102D2CC0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395E56-7B19-4D37-3B0C-EFF53CF2E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7963C-6909-22A9-8A57-63466E991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DB6A9D-7CBC-79F1-0939-6C27510F6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1778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715248-3A09-CA5F-6E98-E99C623A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8500C2-FE4B-44DD-227B-9C2ADAD45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91017-C7EF-A3B7-DE80-90CBD5692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0A589-9551-B944-8634-3D95F5EA85E8}" type="datetimeFigureOut">
              <a:rPr kumimoji="1" lang="ko-KR" altLang="en-US" smtClean="0"/>
              <a:t>2025. 12. 26.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57AA57-5280-877A-9E67-73B118F2F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74786-21EC-AB89-41C5-7C796DDC2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EBA71-B764-1B4E-A6D4-52EDA926334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80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042A5-9438-CFB8-EB34-18AB8CF685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국제 협력 워크샵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4B92AC-D7D2-B2A5-3929-1F2D563917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 err="1"/>
              <a:t>달랏</a:t>
            </a:r>
            <a:r>
              <a:rPr kumimoji="1" lang="ko-KR" altLang="en-US" dirty="0"/>
              <a:t> 한국어 프로젝트</a:t>
            </a:r>
          </a:p>
        </p:txBody>
      </p:sp>
    </p:spTree>
    <p:extLst>
      <p:ext uri="{BB962C8B-B14F-4D97-AF65-F5344CB8AC3E}">
        <p14:creationId xmlns:p14="http://schemas.microsoft.com/office/powerpoint/2010/main" val="139804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AB17D-C5E9-491E-05BD-268AC8ED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dirty="0"/>
              <a:t>12.25(</a:t>
            </a:r>
            <a:r>
              <a:rPr kumimoji="1" lang="ko-KR" altLang="en-US" dirty="0"/>
              <a:t>목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496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3A870-22DE-0574-4373-F9524171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아이스 브레이킹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96E182-444A-52FE-9248-16921A2D6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err="1"/>
              <a:t>공공칠빵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753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9E8D8-748C-F371-96C3-AE76B231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한국어 </a:t>
            </a:r>
            <a:r>
              <a:rPr kumimoji="1" lang="ko-KR" altLang="en-US" dirty="0" err="1"/>
              <a:t>잰말놀이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1(</a:t>
            </a:r>
            <a:r>
              <a:rPr kumimoji="1" lang="ko-KR" altLang="en-US" dirty="0"/>
              <a:t>초급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D6B338-2F1E-9226-C16A-A75CFC6DA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5000" b="1" dirty="0"/>
              <a:t>간장 공장 공장장은 강 공장장이고</a:t>
            </a:r>
            <a:endParaRPr lang="en-US" altLang="ko-KR" sz="5000" b="1" dirty="0"/>
          </a:p>
          <a:p>
            <a:pPr marL="0" indent="0">
              <a:buNone/>
            </a:pPr>
            <a:r>
              <a:rPr lang="ko-KR" altLang="en-US" sz="5000" b="1" dirty="0"/>
              <a:t>된장 공장 공장장은 장 공장장이다</a:t>
            </a:r>
            <a:r>
              <a:rPr lang="en-US" altLang="ko-KR" sz="5000" b="1" dirty="0"/>
              <a:t>.</a:t>
            </a:r>
            <a:endParaRPr lang="ko-KR" altLang="en-US" sz="5000" dirty="0"/>
          </a:p>
          <a:p>
            <a:endParaRPr kumimoji="1"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58470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FE470-A10D-A377-CA41-8B3A93115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656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한국어 </a:t>
            </a:r>
            <a:r>
              <a:rPr kumimoji="1" lang="ko-KR" altLang="en-US" dirty="0" err="1"/>
              <a:t>잰말놀이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1(</a:t>
            </a:r>
            <a:r>
              <a:rPr kumimoji="1" lang="ko-KR" altLang="en-US" dirty="0"/>
              <a:t>초급</a:t>
            </a:r>
            <a:r>
              <a:rPr kumimoji="1" lang="en-US" altLang="ko-KR" dirty="0"/>
              <a:t>)</a:t>
            </a:r>
            <a:r>
              <a:rPr kumimoji="1" lang="ko-KR" altLang="en-US" dirty="0"/>
              <a:t> 피드백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6A86D-7878-B017-E0AB-84CEE8B1E78D}"/>
              </a:ext>
            </a:extLst>
          </p:cNvPr>
          <p:cNvSpPr txBox="1"/>
          <p:nvPr/>
        </p:nvSpPr>
        <p:spPr>
          <a:xfrm>
            <a:off x="1075074" y="2921168"/>
            <a:ext cx="100418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6000" b="1" dirty="0"/>
              <a:t>장</a:t>
            </a:r>
            <a:r>
              <a:rPr kumimoji="1" lang="en-US" altLang="ko-KR" sz="6000" b="1" dirty="0"/>
              <a:t>(</a:t>
            </a:r>
            <a:r>
              <a:rPr kumimoji="1" lang="en-US" altLang="ko-KR" sz="6000" b="1" dirty="0" err="1"/>
              <a:t>jang</a:t>
            </a:r>
            <a:r>
              <a:rPr kumimoji="1" lang="en-US" altLang="ko-KR" sz="6000" b="1" dirty="0"/>
              <a:t>)				</a:t>
            </a:r>
            <a:r>
              <a:rPr kumimoji="1" lang="ko-KR" altLang="en-US" sz="6000" b="1" dirty="0" err="1"/>
              <a:t>쟝</a:t>
            </a:r>
            <a:r>
              <a:rPr kumimoji="1" lang="en-US" altLang="ko-KR" sz="6000" b="1" dirty="0"/>
              <a:t>(</a:t>
            </a:r>
            <a:r>
              <a:rPr kumimoji="1" lang="en-US" altLang="ko-KR" sz="6000" b="1" dirty="0" err="1"/>
              <a:t>jyang</a:t>
            </a:r>
            <a:r>
              <a:rPr kumimoji="1" lang="en-US" altLang="ko-KR" sz="6000" b="1" dirty="0"/>
              <a:t>)</a:t>
            </a:r>
            <a:endParaRPr kumimoji="1" lang="ko-KR" alt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406794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DFCE3-44A0-38BF-E0FE-0804BC0F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질문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29C77-FB40-D597-4C7D-0E8D98B80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ko-KR" altLang="en-US" sz="5000" dirty="0"/>
              <a:t>혹시 이전 방법의 발음 연습이</a:t>
            </a:r>
            <a:endParaRPr kumimoji="1" lang="en-US" altLang="ko-KR" sz="5000" dirty="0"/>
          </a:p>
          <a:p>
            <a:pPr marL="0" indent="0">
              <a:buNone/>
            </a:pPr>
            <a:r>
              <a:rPr kumimoji="1" lang="ko-KR" altLang="en-US" sz="5000" dirty="0" err="1"/>
              <a:t>어떤지에</a:t>
            </a:r>
            <a:r>
              <a:rPr kumimoji="1" lang="ko-KR" altLang="en-US" sz="5000" dirty="0"/>
              <a:t> 대해서 생각이 </a:t>
            </a:r>
            <a:r>
              <a:rPr kumimoji="1" lang="ko-KR" altLang="en-US" sz="5000" dirty="0" err="1"/>
              <a:t>궁급합니다</a:t>
            </a:r>
            <a:r>
              <a:rPr kumimoji="1" lang="en-US" altLang="ko-KR" sz="5000" dirty="0"/>
              <a:t>.</a:t>
            </a:r>
            <a:endParaRPr kumimoji="1" lang="ko-KR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08984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0F09A-819F-88EB-E65C-53366D0F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주제별 대화</a:t>
            </a:r>
            <a:r>
              <a:rPr kumimoji="1" lang="en-US" altLang="ko-KR" dirty="0"/>
              <a:t>(</a:t>
            </a:r>
            <a:r>
              <a:rPr kumimoji="1" lang="ko-KR" altLang="en-US" dirty="0"/>
              <a:t>크리스마스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595EF9-314D-B900-0B60-940500822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베트남은 크리스마스 공휴일이 아니다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r>
              <a:rPr kumimoji="1" lang="ko-KR" altLang="en-US" dirty="0"/>
              <a:t>크리스마스는 평일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일상 특별한 날이 아니다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한국은 크리스마스 공휴일이다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r>
              <a:rPr kumimoji="1" lang="ko-KR" altLang="en-US" dirty="0"/>
              <a:t>크리스마스는 특별한 날이라서 가족 또는 연인과 함께 파티를 합니다</a:t>
            </a:r>
            <a:r>
              <a:rPr kumimoji="1" lang="en-US" altLang="ko-KR" dirty="0"/>
              <a:t>.</a:t>
            </a:r>
          </a:p>
          <a:p>
            <a:pPr marL="0" indent="0">
              <a:buNone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036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7329-8145-6460-A2DC-BB1D1258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E9D9C-528F-1D58-9EE7-3B8147A5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kumimoji="1" lang="en-US" altLang="ko-KR" dirty="0"/>
              <a:t>12.26(</a:t>
            </a:r>
            <a:r>
              <a:rPr kumimoji="1" lang="ko-KR" altLang="en-US" dirty="0"/>
              <a:t>금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944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5C329-F8AB-420E-8079-A85B2229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MBTI(ESFP), ENTJ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B10D3-C9D3-0BF7-A452-B1690857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269"/>
            <a:ext cx="10515600" cy="4379694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ko-KR" dirty="0"/>
              <a:t>E : </a:t>
            </a:r>
            <a:r>
              <a:rPr kumimoji="1" lang="ko-KR" altLang="en-US" dirty="0"/>
              <a:t>외향적</a:t>
            </a:r>
            <a:endParaRPr kumimoji="1" lang="en-US" altLang="ko-KR" dirty="0"/>
          </a:p>
          <a:p>
            <a:r>
              <a:rPr kumimoji="1" lang="en-US" altLang="ko-KR" dirty="0"/>
              <a:t>I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내향적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S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현실적</a:t>
            </a:r>
            <a:endParaRPr kumimoji="1" lang="en-US" altLang="ko-KR" dirty="0"/>
          </a:p>
          <a:p>
            <a:r>
              <a:rPr kumimoji="1" lang="en-US" altLang="ko-KR" dirty="0"/>
              <a:t>N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추상적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F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감정적</a:t>
            </a:r>
            <a:endParaRPr kumimoji="1" lang="en-US" altLang="ko-KR" dirty="0"/>
          </a:p>
          <a:p>
            <a:r>
              <a:rPr kumimoji="1" lang="en-US" altLang="ko-KR" dirty="0"/>
              <a:t>T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논리적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J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계획적</a:t>
            </a:r>
            <a:endParaRPr kumimoji="1" lang="en-US" altLang="ko-KR" dirty="0"/>
          </a:p>
          <a:p>
            <a:r>
              <a:rPr kumimoji="1" lang="en-US" altLang="ko-KR" dirty="0"/>
              <a:t>P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즉흥적</a:t>
            </a:r>
          </a:p>
        </p:txBody>
      </p:sp>
    </p:spTree>
    <p:extLst>
      <p:ext uri="{BB962C8B-B14F-4D97-AF65-F5344CB8AC3E}">
        <p14:creationId xmlns:p14="http://schemas.microsoft.com/office/powerpoint/2010/main" val="2565171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125</Words>
  <Application>Microsoft Macintosh PowerPoint</Application>
  <PresentationFormat>와이드스크린</PresentationFormat>
  <Paragraphs>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국제 협력 워크샵</vt:lpstr>
      <vt:lpstr>12.25(목)</vt:lpstr>
      <vt:lpstr>아이스 브레이킹</vt:lpstr>
      <vt:lpstr>한국어 잰말놀이 1(초급)</vt:lpstr>
      <vt:lpstr>한국어 잰말놀이 1(초급) 피드백</vt:lpstr>
      <vt:lpstr>질문</vt:lpstr>
      <vt:lpstr>주제별 대화(크리스마스)</vt:lpstr>
      <vt:lpstr>12.26(금)</vt:lpstr>
      <vt:lpstr>MBTI(ESFP), ENTJ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3</cp:revision>
  <dcterms:created xsi:type="dcterms:W3CDTF">2025-12-25T03:30:16Z</dcterms:created>
  <dcterms:modified xsi:type="dcterms:W3CDTF">2025-12-26T05:58:02Z</dcterms:modified>
</cp:coreProperties>
</file>