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/>
    <p:restoredTop sz="94774"/>
  </p:normalViewPr>
  <p:slideViewPr>
    <p:cSldViewPr snapToGrid="0">
      <p:cViewPr varScale="1">
        <p:scale>
          <a:sx n="98" d="100"/>
          <a:sy n="98" d="100"/>
        </p:scale>
        <p:origin x="200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A4933-7B8C-2322-249E-7B273881F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ED049A-EFA7-9503-350C-CF2EF23C5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CA2BE-66E0-B2F2-508D-98B81121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4AF7E-3E4A-2B3F-0D1E-3721C714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C0EA9-75EB-C4DD-24B7-4D075F8B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968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993B4-011E-2288-131C-4A16B955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237DC-303A-304B-E482-C6DE79B28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EF861-D5E8-52B7-E9DA-76A5D944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BECBE-EDCE-F62E-9F77-6D5BDBFC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FB54EF-DD43-22C3-E8BB-9AD917EC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980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F7D64-FFED-3338-11CA-FFCBED59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AB3F21-8B37-2E19-3CD9-CCF76A33B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977C40-7C68-DD26-34C8-FEEA4AA2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2CD15-B157-DAB5-AF21-8FE117B4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8BFDD7-144D-6826-0B48-3D855FB4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988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260B9-6C7B-472C-CD5E-DF58BAA63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30901E-1DBE-A265-4A41-A07A21293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11260-764B-3138-B18B-35B6B6104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D6CEB4-B74A-99BC-8CEE-A75FEE54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218772-C0D7-F8E8-FCFA-E426D655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D85351-37A2-ADCD-E741-8CF2BB78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0878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AAA42-58C5-51CB-F59E-AC6B546E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E62543-5E0D-3091-1E58-269AF5125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51FE35-7BAB-22AE-32AF-19FC8BE1B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CEDE7C-FF06-77BC-465C-62716CA17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54D59B-C40E-8DDA-2253-BBEE6218A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791019-B1F2-7214-CA20-1555F340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E78295-5ACB-9510-9C5C-259BF6CE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7590A4-E333-FBEB-71AA-532C1966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43895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CDF51-5C7F-469F-6120-1B872958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B1DE28-2BCB-5013-1A5F-D7194382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37460-C2DB-2002-575B-9848083F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6CC341-5F4D-61D1-CD1E-1AF36567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27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E1E95E-1EEB-2FD6-0C8F-06946D8A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5C8456-A11B-59A1-0CFC-825C05CE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A9D29A-0C48-8E84-AB7E-90C05CDE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036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FA870-C446-8DE6-F909-53D1869C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F23E77-E02F-3E5B-BBB6-1976678B4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7465CD-8526-9763-F9E9-5FDD0F162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4B7C2C-911C-704B-4796-AD778796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26DA7F-568F-0978-73DC-C47309D0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C77C7E-4A31-3161-DA67-0EA4B6AC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769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E0B1F-A79A-209A-F1FF-1F940BB2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3766E3-B156-2FE8-F3DE-A304AEFC1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9D1B9C-E68E-CBE7-30F1-8E21CC5B6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16495B-78BD-85E6-3CDC-A9DA691B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489D4D-C9AA-732C-F48A-467A37CB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7DDF31-C688-7729-1ECB-EB7F4ACD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670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6ED54-F78F-4108-856A-44CE032A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6E2561-13E7-F1F7-E8C0-A3288B8A2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82DF8-2C1B-FE11-229D-CD962BC3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15D700-BC17-5680-740F-B01FCF16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3892F4-75B7-8322-4C60-F1AE0E34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34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9BF43F-0123-A293-5B04-78DA88D19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24CEAD-24FC-E9AA-A399-996C122CB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6E60F-2C3B-FAFD-4176-A21DAF13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7AE10-28C1-5A8E-6103-DA358556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8A5EF-D9E4-E685-7761-CC0D99FC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800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DB0CD1-20AC-1071-418A-D7E9BD744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2ADB01-DA9A-945B-EB45-9CB0B792C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D53E0-DE47-D842-02AC-7747C4FB4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D4D9F-8227-9043-A444-933D6F960E39}" type="datetimeFigureOut">
              <a:rPr kumimoji="1" lang="ko-KR" altLang="en-US" smtClean="0"/>
              <a:t>2025. 5. 10.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9934FA-1104-A105-FF1A-2DB96AA06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FF58D-8089-A769-4A48-AA3F6EA3A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623EB-5BC7-C94A-AA0A-1148F2D21A8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53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54714-C786-80A9-5662-EC27B8820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156" y="1432223"/>
            <a:ext cx="5965470" cy="3357976"/>
          </a:xfrm>
        </p:spPr>
        <p:txBody>
          <a:bodyPr anchor="ctr">
            <a:normAutofit/>
          </a:bodyPr>
          <a:lstStyle/>
          <a:p>
            <a:r>
              <a:rPr kumimoji="1" lang="en-US" altLang="ko-KR" sz="8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REPORT</a:t>
            </a:r>
            <a:endParaRPr kumimoji="1" lang="ko-KR" altLang="en-US" sz="8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99ED06-FEB7-5E0B-0FAB-A10FEC593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156" y="4790199"/>
            <a:ext cx="5965470" cy="668769"/>
          </a:xfrm>
        </p:spPr>
        <p:txBody>
          <a:bodyPr>
            <a:normAutofit/>
          </a:bodyPr>
          <a:lstStyle/>
          <a:p>
            <a:r>
              <a:rPr kumimoji="1" lang="ko-KR" altLang="en-US" sz="2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채용공고 및 기업분석</a:t>
            </a:r>
            <a:br>
              <a:rPr kumimoji="1" lang="en-US" altLang="ko-KR" sz="2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2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20237107 </a:t>
            </a:r>
            <a:r>
              <a:rPr kumimoji="1" lang="ko-KR" altLang="en-US" sz="2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하태영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6715A53A-11B2-71FD-EC81-7A7B833EE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2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4814C5-0444-950B-6216-FFF52B53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44313"/>
            <a:ext cx="6424256" cy="4050792"/>
          </a:xfrm>
        </p:spPr>
        <p:txBody>
          <a:bodyPr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외식인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중구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청계천로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1007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시그니쳐타워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서관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규모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설립일자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2017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BCCF259C-6366-1BC8-4097-69D4365B6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" b="703"/>
          <a:stretch/>
        </p:blipFill>
        <p:spPr bwMode="auto">
          <a:xfrm>
            <a:off x="9846100" y="242234"/>
            <a:ext cx="1660100" cy="160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4">
            <a:extLst>
              <a:ext uri="{FF2B5EF4-FFF2-40B4-BE49-F238E27FC236}">
                <a16:creationId xmlns:a16="http://schemas.microsoft.com/office/drawing/2014/main" id="{A1D8EE46-D1A2-9072-A5DB-2BA993D0F728}"/>
              </a:ext>
            </a:extLst>
          </p:cNvPr>
          <p:cNvSpPr txBox="1">
            <a:spLocks/>
          </p:cNvSpPr>
          <p:nvPr/>
        </p:nvSpPr>
        <p:spPr>
          <a:xfrm>
            <a:off x="990600" y="2422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외식인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301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2E1BBD-BAC9-48C5-265A-71A2C5D8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67797"/>
            <a:ext cx="9941319" cy="4832032"/>
          </a:xfrm>
        </p:spPr>
        <p:txBody>
          <a:bodyPr anchor="ctr">
            <a:no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직군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Java(Spring)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주요업무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FC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다움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2.0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웹 및 앱에 제공되는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 및 개발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제공을 위한 데이터베이스 모델링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 중인 서비스 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유지보수 및 장애 대응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기획자</a:t>
            </a:r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개발자와의 협업 및 기술적 의견 제시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자격요건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신입 혹은 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이하의 관련 업무 경력</a:t>
            </a:r>
            <a:endParaRPr lang="en-US" altLang="ko-KR" sz="200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Java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r>
              <a:rPr lang="en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Spring Framework</a:t>
            </a:r>
            <a:r>
              <a:rPr lang="ko-KR" altLang="en-US" sz="200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대한 기초 지식 및 활용 능력 보유</a:t>
            </a:r>
            <a:b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위의 기초 지식을 습득한 근거가 되는 내용을 반드시 기재해주세요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b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예시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 스터디 등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 교육과정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부트캠프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수료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공부한 내용을 직접 정리한 개인 블로그</a:t>
            </a:r>
            <a:r>
              <a:rPr lang="en-US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en" altLang="ko-KR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GitHub </a:t>
            </a:r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 등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8" name="Picture 2" descr="logo">
            <a:extLst>
              <a:ext uri="{FF2B5EF4-FFF2-40B4-BE49-F238E27FC236}">
                <a16:creationId xmlns:a16="http://schemas.microsoft.com/office/drawing/2014/main" id="{E6FCA235-010A-50CA-9FEE-8ABFF2767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" b="703"/>
          <a:stretch/>
        </p:blipFill>
        <p:spPr bwMode="auto">
          <a:xfrm>
            <a:off x="9846100" y="242234"/>
            <a:ext cx="1660100" cy="160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제목 4">
            <a:extLst>
              <a:ext uri="{FF2B5EF4-FFF2-40B4-BE49-F238E27FC236}">
                <a16:creationId xmlns:a16="http://schemas.microsoft.com/office/drawing/2014/main" id="{CEF73347-799E-7CA8-8E59-46D0B250E1C3}"/>
              </a:ext>
            </a:extLst>
          </p:cNvPr>
          <p:cNvSpPr txBox="1">
            <a:spLocks/>
          </p:cNvSpPr>
          <p:nvPr/>
        </p:nvSpPr>
        <p:spPr>
          <a:xfrm>
            <a:off x="990600" y="2422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외식인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42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9688DC-C371-F97E-57D9-0CACBDCCA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66572"/>
            <a:ext cx="9941319" cy="5230132"/>
          </a:xfrm>
        </p:spPr>
        <p:txBody>
          <a:bodyPr anchor="ctr">
            <a:no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우대사항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RESTful API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 및 개발 경험이 있으신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JPA, Hibernate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ORM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 경험이 있으신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분산형 검색 엔진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Elasticsearch)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 또는 검색 기능 개발 경험이 있으신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Swagger, </a:t>
            </a:r>
            <a:r>
              <a:rPr lang="en" altLang="ko-KR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OpenAPI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문서화 도구 사용 경험이 있으신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클린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코드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리팩토링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객체지향 설계 원칙에 관심이 많으신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기반의 형상 관리 및 협업 경험이 있으신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Docker, Jenkins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CI/CD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 사용 경험 또는 학습 의지가 있으신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JIRA, Notion, Confluence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협업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지식관리 도구 활용에 익숙하신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원활한 커뮤니케이션 능력과 긍정적인 태도를 가지신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수평적인 조직 문화에 거부감이 없고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팀워크를 중요하게 생각하시는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 기획과 아이디어 제안에 적극적으로 참여하시는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신기술 습득에 관심이 많고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학습에 적극적인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 기술 블로그 운영 또는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GitHub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코드 저장소를 관리하시는 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6" name="Picture 2" descr="logo">
            <a:extLst>
              <a:ext uri="{FF2B5EF4-FFF2-40B4-BE49-F238E27FC236}">
                <a16:creationId xmlns:a16="http://schemas.microsoft.com/office/drawing/2014/main" id="{9FA68AE2-40CF-9405-9978-4F861CAF2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" b="703"/>
          <a:stretch/>
        </p:blipFill>
        <p:spPr bwMode="auto">
          <a:xfrm>
            <a:off x="9846100" y="241009"/>
            <a:ext cx="1660100" cy="160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제목 4">
            <a:extLst>
              <a:ext uri="{FF2B5EF4-FFF2-40B4-BE49-F238E27FC236}">
                <a16:creationId xmlns:a16="http://schemas.microsoft.com/office/drawing/2014/main" id="{D64899AC-D650-5AC1-B171-32333B187DB4}"/>
              </a:ext>
            </a:extLst>
          </p:cNvPr>
          <p:cNvSpPr txBox="1">
            <a:spLocks/>
          </p:cNvSpPr>
          <p:nvPr/>
        </p:nvSpPr>
        <p:spPr>
          <a:xfrm>
            <a:off x="990600" y="2410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외식인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98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4C3128-1784-2D00-99CB-2A5F1EF8E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476"/>
            <a:ext cx="6776167" cy="3038065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뷰리드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강남구 테헤란로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길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18, 8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뷰리드</a:t>
            </a:r>
            <a:endParaRPr kumimoji="1"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규모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설립일자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2018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A97419FA-8266-494A-DB5B-00A5BD50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1959"/>
          <a:stretch/>
        </p:blipFill>
        <p:spPr bwMode="auto">
          <a:xfrm>
            <a:off x="9472941" y="120336"/>
            <a:ext cx="1880859" cy="181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AFF3ED49-73CC-D263-3E6D-73A04F55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뷰리드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421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2E3CC-4A1E-F1CD-9BE0-B740A6944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43088"/>
            <a:ext cx="10143668" cy="4335583"/>
          </a:xfrm>
        </p:spPr>
        <p:txBody>
          <a:bodyPr anchor="ctr">
            <a:no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직군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개발자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주요업무</a:t>
            </a:r>
            <a:endParaRPr lang="en-US" altLang="ko-KR" sz="200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자사 홈페이지 및 솔루션 관리 및 개선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클라이언트 웹사이트 유지보수 및 기능 추가 개발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신규 웹사이트 제작 프로젝트 참여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퍼블리싱 업무 지원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HTML/CSS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마크업 작업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간단한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UI/UX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 구현 및 협업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우대사항</a:t>
            </a:r>
            <a:endParaRPr lang="en-US" altLang="ko-KR" sz="200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React, Angular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프레임워크 경험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Node.js, Python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기술 경험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서비스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AWS, Azure)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 경험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FDEC4453-54A2-45F5-294B-9F4D21BFB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1959"/>
          <a:stretch/>
        </p:blipFill>
        <p:spPr bwMode="auto">
          <a:xfrm>
            <a:off x="9625341" y="272736"/>
            <a:ext cx="1880859" cy="181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4">
            <a:extLst>
              <a:ext uri="{FF2B5EF4-FFF2-40B4-BE49-F238E27FC236}">
                <a16:creationId xmlns:a16="http://schemas.microsoft.com/office/drawing/2014/main" id="{FC4FA72D-5E3F-E100-9301-53FED0FE532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뷰리드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75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ABD78-4F78-BA12-D100-61A30DE57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143668" cy="4531526"/>
          </a:xfrm>
        </p:spPr>
        <p:txBody>
          <a:bodyPr anchor="ctr">
            <a:noAutofit/>
          </a:bodyPr>
          <a:lstStyle/>
          <a:p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자격요건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학력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초대졸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이상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경력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이상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스킬 </a:t>
            </a:r>
            <a:r>
              <a:rPr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pPr lvl="2"/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HTML, CSS, JavaScript</a:t>
            </a:r>
            <a:r>
              <a:rPr lang="ko-KR" altLang="en-US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대한 이해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PHP, Python,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또는 </a:t>
            </a:r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Node.js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 하나 이상의 </a:t>
            </a:r>
            <a:r>
              <a:rPr lang="ko-KR" altLang="en-US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언어 경험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MySQL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기본적인 데이터베이스 이해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등의 형상관리 툴 사용 </a:t>
            </a:r>
            <a:r>
              <a:rPr lang="ko-KR" altLang="en-US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가능자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협업 및 커뮤니케이션에 능한 분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포트폴리오 제출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필수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2"/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본인의 역할과 구체적인 업무 수행 내용을 작성해주세요</a:t>
            </a:r>
            <a:r>
              <a:rPr lang="en-US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프로젝트를 진행하면서 활용한 기술</a:t>
            </a:r>
            <a:r>
              <a:rPr lang="en-US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협업 방식</a:t>
            </a:r>
            <a:r>
              <a:rPr lang="en-US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전략 등이</a:t>
            </a:r>
            <a:b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기술될 수 있게 작성해주세요</a:t>
            </a:r>
            <a:r>
              <a:rPr lang="en-US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dirty="0"/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A4594409-BC39-E970-7145-FADA6C0AA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1959"/>
          <a:stretch/>
        </p:blipFill>
        <p:spPr bwMode="auto">
          <a:xfrm>
            <a:off x="9472941" y="120336"/>
            <a:ext cx="1880859" cy="181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4">
            <a:extLst>
              <a:ext uri="{FF2B5EF4-FFF2-40B4-BE49-F238E27FC236}">
                <a16:creationId xmlns:a16="http://schemas.microsoft.com/office/drawing/2014/main" id="{817CD079-AE67-1B73-2986-3A53CF1D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뷰리드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406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331FC-AE22-8B1A-D69A-BBC0525B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794"/>
            <a:ext cx="4709345" cy="3632493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문토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 강남구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논현로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길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</a:t>
            </a:r>
            <a:endParaRPr kumimoji="1"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규모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설립일자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2019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F2C66282-9AAB-4FCD-E841-8AD25314E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" b="1472"/>
          <a:stretch/>
        </p:blipFill>
        <p:spPr bwMode="auto">
          <a:xfrm>
            <a:off x="9799319" y="386930"/>
            <a:ext cx="1554481" cy="150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4">
            <a:extLst>
              <a:ext uri="{FF2B5EF4-FFF2-40B4-BE49-F238E27FC236}">
                <a16:creationId xmlns:a16="http://schemas.microsoft.com/office/drawing/2014/main" id="{B7C256D5-017E-FFAB-CD30-CABDE4D73978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문토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5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0F8C6-40EB-4A67-1953-FBD7AC91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420B9-66FE-4D10-D2C2-24A596BC9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794"/>
            <a:ext cx="10143668" cy="4248869"/>
          </a:xfrm>
        </p:spPr>
        <p:txBody>
          <a:bodyPr anchor="ctr">
            <a:no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직군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풀스택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주요업무</a:t>
            </a:r>
            <a:endParaRPr lang="en-US" altLang="ko-KR" sz="200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공통사항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문토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서비스 개발 및 운영 관리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AWS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통한 배포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Node.js, </a:t>
            </a:r>
            <a:r>
              <a:rPr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Postresl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등을 사용한 서비스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데이터베이스 설계 및 관리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AWS, EC2, ECS, S3, Lambda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등의 인프라 관리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React, 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Nestjs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등을 사용한 서비스 </a:t>
            </a:r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프론트엔드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Picture 2" descr="logo">
            <a:extLst>
              <a:ext uri="{FF2B5EF4-FFF2-40B4-BE49-F238E27FC236}">
                <a16:creationId xmlns:a16="http://schemas.microsoft.com/office/drawing/2014/main" id="{B43B3B77-18F9-5248-B3D5-4508974E6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" b="1472"/>
          <a:stretch/>
        </p:blipFill>
        <p:spPr bwMode="auto">
          <a:xfrm>
            <a:off x="9799319" y="386930"/>
            <a:ext cx="1554481" cy="150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제목 4">
            <a:extLst>
              <a:ext uri="{FF2B5EF4-FFF2-40B4-BE49-F238E27FC236}">
                <a16:creationId xmlns:a16="http://schemas.microsoft.com/office/drawing/2014/main" id="{F5EAE275-DE0D-3649-2F59-8EB49FB924AA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문토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14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82DD-647F-B27D-2A76-C029C0D4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05159-FA26-F243-141A-81BF55C4D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914"/>
            <a:ext cx="10143668" cy="5145480"/>
          </a:xfrm>
        </p:spPr>
        <p:txBody>
          <a:bodyPr anchor="ctr">
            <a:no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자격요건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개발 경력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이상 혹은 이에 준하는 경험을 가지고 계신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 개발 언어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환경에 거부감 없이 유연하게 적응하시는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개발자로서 자기계발 노력을 계속하시는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Node.js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등의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Nodejs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Framework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경험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MVC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이해도가 있으신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TypeScript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기반의 객체지향 프로그래밍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OOP)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경험이 있으신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사용이 능숙하신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직군의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동료들과 원활한 의사소통이 가능하신 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200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우대사항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컴퓨터공학 및 관련 전공을 하신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알고리즘 및 데이터 구조에 대한 깊은 이해가 있으신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웹팩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Parcel, Vite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등의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번들러에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익숙하신 분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AWS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클라우드와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Docker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DevOps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경험이 있으신 분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서버 아키텍처에 대한 풍부한 지식 및 경험을 지니신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" name="Picture 2" descr="logo">
            <a:extLst>
              <a:ext uri="{FF2B5EF4-FFF2-40B4-BE49-F238E27FC236}">
                <a16:creationId xmlns:a16="http://schemas.microsoft.com/office/drawing/2014/main" id="{84E95514-AF79-ED30-98CF-858CA3C26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" b="1472"/>
          <a:stretch/>
        </p:blipFill>
        <p:spPr bwMode="auto">
          <a:xfrm>
            <a:off x="9799319" y="386930"/>
            <a:ext cx="1554481" cy="150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제목 4">
            <a:extLst>
              <a:ext uri="{FF2B5EF4-FFF2-40B4-BE49-F238E27FC236}">
                <a16:creationId xmlns:a16="http://schemas.microsoft.com/office/drawing/2014/main" id="{5119EDDB-A614-C192-A274-02FC4B532760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문토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076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852F3-643B-01D6-AD03-03487A2F0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794"/>
            <a:ext cx="4709345" cy="3632493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 중구 세종대로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136, 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SFC 8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</a:t>
            </a:r>
            <a:endParaRPr kumimoji="1"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규모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설립일자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2012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170" name="Picture 2" descr="logo">
            <a:extLst>
              <a:ext uri="{FF2B5EF4-FFF2-40B4-BE49-F238E27FC236}">
                <a16:creationId xmlns:a16="http://schemas.microsoft.com/office/drawing/2014/main" id="{95BF9C11-2444-AC90-7AD9-259616A1C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" b="1456"/>
          <a:stretch/>
        </p:blipFill>
        <p:spPr bwMode="auto">
          <a:xfrm>
            <a:off x="9693700" y="335965"/>
            <a:ext cx="1660100" cy="160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4">
            <a:extLst>
              <a:ext uri="{FF2B5EF4-FFF2-40B4-BE49-F238E27FC236}">
                <a16:creationId xmlns:a16="http://schemas.microsoft.com/office/drawing/2014/main" id="{56F68463-A106-2C88-27DF-5C181D3671BF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누아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2863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CEC03-465D-D740-8FDE-0B8844DA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BAC64E-9E91-38FF-FB7E-D4CA4C7CC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059"/>
            <a:ext cx="10143668" cy="266898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직군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주요업무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관리 시스템 개발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차세대 여행 플랫폼 기술 서비스 연동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항공권 예약 서비스 개발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항공권 검색 엔진 개발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Picture 2" descr="logo">
            <a:extLst>
              <a:ext uri="{FF2B5EF4-FFF2-40B4-BE49-F238E27FC236}">
                <a16:creationId xmlns:a16="http://schemas.microsoft.com/office/drawing/2014/main" id="{899C2BB7-4B5A-326B-B8BA-0C83D586A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" b="1456"/>
          <a:stretch/>
        </p:blipFill>
        <p:spPr bwMode="auto">
          <a:xfrm>
            <a:off x="9693700" y="335965"/>
            <a:ext cx="1660100" cy="160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제목 4">
            <a:extLst>
              <a:ext uri="{FF2B5EF4-FFF2-40B4-BE49-F238E27FC236}">
                <a16:creationId xmlns:a16="http://schemas.microsoft.com/office/drawing/2014/main" id="{E6703E57-4004-642C-9232-77B33CD7D79A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누아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615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720CA-4937-367F-7E52-652EE772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8868A4-41C3-4E62-F711-D764086D0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059"/>
            <a:ext cx="10143668" cy="266898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자격요건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Java, Spring Framework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경험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Web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서비스 개발 경험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논리적 사고와 문제해결 능력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우대사항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항공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 등 예약 플랫폼 연동 개발 경험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새로운 언어 및 개발에 대한 흥미와 도전정신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0948636A-0CA8-AC88-F3F9-E64EAC7E4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8" b="1456"/>
          <a:stretch/>
        </p:blipFill>
        <p:spPr bwMode="auto">
          <a:xfrm>
            <a:off x="9693700" y="335965"/>
            <a:ext cx="1660100" cy="160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4">
            <a:extLst>
              <a:ext uri="{FF2B5EF4-FFF2-40B4-BE49-F238E27FC236}">
                <a16:creationId xmlns:a16="http://schemas.microsoft.com/office/drawing/2014/main" id="{A849A111-DDAB-38E5-E1C4-DFF6055F4644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누아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8620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B0E1F4-AFE5-B278-B1A5-0A9AC7F4A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794"/>
            <a:ext cx="6999514" cy="3258413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회사명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매드업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 서초구 서초대로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길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삼성생명 서초타워 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</a:t>
            </a:r>
            <a:endParaRPr kumimoji="1"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규모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379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설립일자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en-US" altLang="ko-KR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2015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0242" name="Picture 2" descr="logo">
            <a:extLst>
              <a:ext uri="{FF2B5EF4-FFF2-40B4-BE49-F238E27FC236}">
                <a16:creationId xmlns:a16="http://schemas.microsoft.com/office/drawing/2014/main" id="{E46A09F1-71C2-D73C-957E-DB5C94A73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5"/>
          <a:stretch/>
        </p:blipFill>
        <p:spPr bwMode="auto">
          <a:xfrm>
            <a:off x="9580036" y="281118"/>
            <a:ext cx="1773764" cy="171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4">
            <a:extLst>
              <a:ext uri="{FF2B5EF4-FFF2-40B4-BE49-F238E27FC236}">
                <a16:creationId xmlns:a16="http://schemas.microsoft.com/office/drawing/2014/main" id="{6696F192-4549-BFCF-04DE-F661919F0EBA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매드업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30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47AC35-6267-1311-8BF8-2726946F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C65571-D702-330C-F072-67BF87387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794"/>
            <a:ext cx="10143668" cy="2979616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직군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주니어 </a:t>
            </a:r>
            <a:r>
              <a:rPr kumimoji="1" lang="ko-KR" altLang="en-US" sz="2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주요업무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레버 엑스퍼트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Lever Xpert)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레버 엑스퍼트 솔루션 개발 및 운영 </a:t>
            </a:r>
            <a:r>
              <a:rPr lang="en-US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FastAPI</a:t>
            </a:r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/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백오피스와 광고 운영 도구 개발 및 운영 </a:t>
            </a:r>
            <a:r>
              <a:rPr lang="en-US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Django, </a:t>
            </a:r>
            <a:r>
              <a:rPr lang="en" altLang="ko-KR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FastAPI</a:t>
            </a:r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프리즘</a:t>
            </a:r>
            <a:r>
              <a:rPr lang="en-US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Prism)</a:t>
            </a:r>
          </a:p>
          <a:p>
            <a:pPr lvl="2"/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AWS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</a:t>
            </a:r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 pipeline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r>
              <a:rPr lang="en" altLang="ko-KR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DL, DW, DM </a:t>
            </a:r>
            <a:r>
              <a:rPr lang="ko-KR" altLang="en-US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구축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6E6AB961-C0BE-D4BF-682C-C7F5C30C2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5"/>
          <a:stretch/>
        </p:blipFill>
        <p:spPr bwMode="auto">
          <a:xfrm>
            <a:off x="9580036" y="281118"/>
            <a:ext cx="1773764" cy="171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제목 4">
            <a:extLst>
              <a:ext uri="{FF2B5EF4-FFF2-40B4-BE49-F238E27FC236}">
                <a16:creationId xmlns:a16="http://schemas.microsoft.com/office/drawing/2014/main" id="{C09BC39E-549C-5614-9AC0-5EE12B914E66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매드업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195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F2704-B3B7-BE87-19E7-975FFE5E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7DD130-6F1A-6471-77A2-227267AA1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45"/>
            <a:ext cx="10143668" cy="4009012"/>
          </a:xfrm>
        </p:spPr>
        <p:txBody>
          <a:bodyPr anchor="ctr">
            <a:noAutofit/>
          </a:bodyPr>
          <a:lstStyle/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자격요건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Python, Java, C, C++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하나 이상의 개발 언어로 </a:t>
            </a:r>
            <a:r>
              <a:rPr lang="ko-KR" altLang="en-US" sz="2000" b="0" i="0" dirty="0" err="1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백엔드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개발이 가능하신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기술 스택에 관심이 많은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책임감이 강한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주도적으로 자기 업무를 수행하시는 분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커뮤니케이션 능력이 탁월하고 설득력 있게 설명 가능하신 분</a:t>
            </a:r>
            <a:endParaRPr kumimoji="1"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ko-KR" alt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우대사항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업무 이해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Python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 서비스 운영 경험</a:t>
            </a:r>
            <a:endParaRPr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en" altLang="ko-KR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AWS </a:t>
            </a:r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인프라 구성 및 운영 경험</a:t>
            </a:r>
            <a:endParaRPr lang="en-US" altLang="ko-KR" sz="2000" b="0" i="0" dirty="0"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r>
              <a:rPr lang="ko-KR" altLang="en-US" sz="2000" b="0" i="0" dirty="0"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클라우드 관련 자격증 소지자</a:t>
            </a:r>
            <a:endParaRPr kumimoji="1" lang="en-US" altLang="ko-KR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Picture 2" descr="logo">
            <a:extLst>
              <a:ext uri="{FF2B5EF4-FFF2-40B4-BE49-F238E27FC236}">
                <a16:creationId xmlns:a16="http://schemas.microsoft.com/office/drawing/2014/main" id="{F13387A4-EC19-DFAD-483F-6AE3A7DFD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5"/>
          <a:stretch/>
        </p:blipFill>
        <p:spPr bwMode="auto">
          <a:xfrm>
            <a:off x="9580036" y="281118"/>
            <a:ext cx="1773764" cy="171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제목 4">
            <a:extLst>
              <a:ext uri="{FF2B5EF4-FFF2-40B4-BE49-F238E27FC236}">
                <a16:creationId xmlns:a16="http://schemas.microsoft.com/office/drawing/2014/main" id="{0BA67AEB-593C-0583-7C0C-257BEB635178}"/>
              </a:ext>
            </a:extLst>
          </p:cNvPr>
          <p:cNvSpPr txBox="1">
            <a:spLocks/>
          </p:cNvSpPr>
          <p:nvPr/>
        </p:nvSpPr>
        <p:spPr>
          <a:xfrm>
            <a:off x="838200" y="474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매드업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357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826</Words>
  <Application>Microsoft Macintosh PowerPoint</Application>
  <PresentationFormat>와이드스크린</PresentationFormat>
  <Paragraphs>163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Pretendard</vt:lpstr>
      <vt:lpstr>Arial</vt:lpstr>
      <vt:lpstr>Office 테마</vt:lpstr>
      <vt:lpstr>REPORT</vt:lpstr>
      <vt:lpstr>PowerPoint 프레젠테이션</vt:lpstr>
      <vt:lpstr>PowerPoint 프레젠테이션</vt:lpstr>
      <vt:lpstr>PowerPoint 프레젠테이션</vt:lpstr>
      <vt:lpstr>뷰리드</vt:lpstr>
      <vt:lpstr>PowerPoint 프레젠테이션</vt:lpstr>
      <vt:lpstr>뷰리드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8</cp:revision>
  <dcterms:created xsi:type="dcterms:W3CDTF">2025-05-09T23:15:29Z</dcterms:created>
  <dcterms:modified xsi:type="dcterms:W3CDTF">2025-05-10T02:21:29Z</dcterms:modified>
</cp:coreProperties>
</file>